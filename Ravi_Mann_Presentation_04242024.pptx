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7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6" y="22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933602-92DE-4ADE-8B2F-C5CC00B9618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B3AC288-D5EC-444E-8372-C07762C2C5EF}">
      <dgm:prSet/>
      <dgm:spPr/>
      <dgm:t>
        <a:bodyPr/>
        <a:lstStyle/>
        <a:p>
          <a:r>
            <a:rPr lang="en-US"/>
            <a:t>Removing connections (weights) with low magnitudes. </a:t>
          </a:r>
        </a:p>
      </dgm:t>
    </dgm:pt>
    <dgm:pt modelId="{37654616-7D51-42D9-B276-1A288EDE0EAF}" type="parTrans" cxnId="{3CBBA439-A093-4907-8618-6A2CE268BD44}">
      <dgm:prSet/>
      <dgm:spPr/>
      <dgm:t>
        <a:bodyPr/>
        <a:lstStyle/>
        <a:p>
          <a:endParaRPr lang="en-US"/>
        </a:p>
      </dgm:t>
    </dgm:pt>
    <dgm:pt modelId="{A96C1508-99D6-46C3-AF17-4A9F8FA23BAA}" type="sibTrans" cxnId="{3CBBA439-A093-4907-8618-6A2CE268BD44}">
      <dgm:prSet/>
      <dgm:spPr/>
      <dgm:t>
        <a:bodyPr/>
        <a:lstStyle/>
        <a:p>
          <a:endParaRPr lang="en-US"/>
        </a:p>
      </dgm:t>
    </dgm:pt>
    <dgm:pt modelId="{EE5624B5-9DE4-4EF2-BDAC-D4DEA76F06CA}">
      <dgm:prSet/>
      <dgm:spPr/>
      <dgm:t>
        <a:bodyPr/>
        <a:lstStyle/>
        <a:p>
          <a:r>
            <a:rPr lang="en-US"/>
            <a:t>Initial Training</a:t>
          </a:r>
        </a:p>
      </dgm:t>
    </dgm:pt>
    <dgm:pt modelId="{1DF37DB9-FFBE-4BD2-92D7-0EBC92989786}" type="parTrans" cxnId="{A42B59E8-AC7B-40BE-A9AC-587898E96D38}">
      <dgm:prSet/>
      <dgm:spPr/>
      <dgm:t>
        <a:bodyPr/>
        <a:lstStyle/>
        <a:p>
          <a:endParaRPr lang="en-US"/>
        </a:p>
      </dgm:t>
    </dgm:pt>
    <dgm:pt modelId="{312A99E1-83C5-4240-92FF-963795E5ED06}" type="sibTrans" cxnId="{A42B59E8-AC7B-40BE-A9AC-587898E96D38}">
      <dgm:prSet/>
      <dgm:spPr/>
      <dgm:t>
        <a:bodyPr/>
        <a:lstStyle/>
        <a:p>
          <a:endParaRPr lang="en-US"/>
        </a:p>
      </dgm:t>
    </dgm:pt>
    <dgm:pt modelId="{BE3CE9FA-6BAC-4697-A4D9-06BFE6AF670C}">
      <dgm:prSet/>
      <dgm:spPr/>
      <dgm:t>
        <a:bodyPr/>
        <a:lstStyle/>
        <a:p>
          <a:r>
            <a:rPr lang="en-US"/>
            <a:t>Applied after training with gradient descent</a:t>
          </a:r>
        </a:p>
      </dgm:t>
    </dgm:pt>
    <dgm:pt modelId="{1E29D83A-A6D5-4737-87CF-CEE0ED82AA25}" type="parTrans" cxnId="{B8A46D9D-CA7D-4180-9E8B-7409E53167C1}">
      <dgm:prSet/>
      <dgm:spPr/>
      <dgm:t>
        <a:bodyPr/>
        <a:lstStyle/>
        <a:p>
          <a:endParaRPr lang="en-US"/>
        </a:p>
      </dgm:t>
    </dgm:pt>
    <dgm:pt modelId="{5734591D-90CF-4C13-880E-0585FE77DD0A}" type="sibTrans" cxnId="{B8A46D9D-CA7D-4180-9E8B-7409E53167C1}">
      <dgm:prSet/>
      <dgm:spPr/>
      <dgm:t>
        <a:bodyPr/>
        <a:lstStyle/>
        <a:p>
          <a:endParaRPr lang="en-US"/>
        </a:p>
      </dgm:t>
    </dgm:pt>
    <dgm:pt modelId="{6B0A16D7-C7F4-432A-A96F-9F99DDD80A72}">
      <dgm:prSet/>
      <dgm:spPr/>
      <dgm:t>
        <a:bodyPr/>
        <a:lstStyle/>
        <a:p>
          <a:r>
            <a:rPr lang="en-US"/>
            <a:t>Ranking Weights</a:t>
          </a:r>
        </a:p>
      </dgm:t>
    </dgm:pt>
    <dgm:pt modelId="{3FABFE0B-D5A7-4A69-9207-6E3EBE40E7C5}" type="parTrans" cxnId="{253231B9-EA19-48B9-983E-B00464F67C3F}">
      <dgm:prSet/>
      <dgm:spPr/>
      <dgm:t>
        <a:bodyPr/>
        <a:lstStyle/>
        <a:p>
          <a:endParaRPr lang="en-US"/>
        </a:p>
      </dgm:t>
    </dgm:pt>
    <dgm:pt modelId="{887290F2-292D-4A48-A773-BC8E4B5DA307}" type="sibTrans" cxnId="{253231B9-EA19-48B9-983E-B00464F67C3F}">
      <dgm:prSet/>
      <dgm:spPr/>
      <dgm:t>
        <a:bodyPr/>
        <a:lstStyle/>
        <a:p>
          <a:endParaRPr lang="en-US"/>
        </a:p>
      </dgm:t>
    </dgm:pt>
    <dgm:pt modelId="{2D01380A-43BA-4E14-8E37-99F9A37D10D1}">
      <dgm:prSet/>
      <dgm:spPr/>
      <dgm:t>
        <a:bodyPr/>
        <a:lstStyle/>
        <a:p>
          <a:r>
            <a:rPr lang="en-US"/>
            <a:t>Magnitudes of all weights </a:t>
          </a:r>
        </a:p>
      </dgm:t>
    </dgm:pt>
    <dgm:pt modelId="{194B3A72-F680-4791-841B-F7C7455E8236}" type="parTrans" cxnId="{56EB28A3-A8EC-43E1-B787-1256E5EA97E6}">
      <dgm:prSet/>
      <dgm:spPr/>
      <dgm:t>
        <a:bodyPr/>
        <a:lstStyle/>
        <a:p>
          <a:endParaRPr lang="en-US"/>
        </a:p>
      </dgm:t>
    </dgm:pt>
    <dgm:pt modelId="{A7BB06FC-CE9D-475C-8C50-FFDBD24A2F94}" type="sibTrans" cxnId="{56EB28A3-A8EC-43E1-B787-1256E5EA97E6}">
      <dgm:prSet/>
      <dgm:spPr/>
      <dgm:t>
        <a:bodyPr/>
        <a:lstStyle/>
        <a:p>
          <a:endParaRPr lang="en-US"/>
        </a:p>
      </dgm:t>
    </dgm:pt>
    <dgm:pt modelId="{B17CE9E9-1FEC-42D1-AA73-4AC09FD869E7}">
      <dgm:prSet/>
      <dgm:spPr/>
      <dgm:t>
        <a:bodyPr/>
        <a:lstStyle/>
        <a:p>
          <a:r>
            <a:rPr lang="en-US"/>
            <a:t>Threshold and Pruning</a:t>
          </a:r>
        </a:p>
      </dgm:t>
    </dgm:pt>
    <dgm:pt modelId="{B6507BD3-2D6D-4E75-9B81-16EA0958B4A7}" type="parTrans" cxnId="{733B6E21-8E1C-49AE-9738-25084BD9986B}">
      <dgm:prSet/>
      <dgm:spPr/>
      <dgm:t>
        <a:bodyPr/>
        <a:lstStyle/>
        <a:p>
          <a:endParaRPr lang="en-US"/>
        </a:p>
      </dgm:t>
    </dgm:pt>
    <dgm:pt modelId="{29D93141-6D17-4BC2-A0A4-ECB3627EE1ED}" type="sibTrans" cxnId="{733B6E21-8E1C-49AE-9738-25084BD9986B}">
      <dgm:prSet/>
      <dgm:spPr/>
      <dgm:t>
        <a:bodyPr/>
        <a:lstStyle/>
        <a:p>
          <a:endParaRPr lang="en-US"/>
        </a:p>
      </dgm:t>
    </dgm:pt>
    <dgm:pt modelId="{36CF57F1-7B44-48BB-BD7A-CA5CB82786BB}">
      <dgm:prSet/>
      <dgm:spPr/>
      <dgm:t>
        <a:bodyPr/>
        <a:lstStyle/>
        <a:p>
          <a:r>
            <a:rPr lang="en-US"/>
            <a:t>Fixed % of largest weight</a:t>
          </a:r>
        </a:p>
      </dgm:t>
    </dgm:pt>
    <dgm:pt modelId="{6E24198E-7147-4021-A007-C0BF50C75FDB}" type="parTrans" cxnId="{F194A8A1-6912-4C14-8501-44A27D057D93}">
      <dgm:prSet/>
      <dgm:spPr/>
      <dgm:t>
        <a:bodyPr/>
        <a:lstStyle/>
        <a:p>
          <a:endParaRPr lang="en-US"/>
        </a:p>
      </dgm:t>
    </dgm:pt>
    <dgm:pt modelId="{9A230158-338F-4879-A359-09706C458DF9}" type="sibTrans" cxnId="{F194A8A1-6912-4C14-8501-44A27D057D93}">
      <dgm:prSet/>
      <dgm:spPr/>
      <dgm:t>
        <a:bodyPr/>
        <a:lstStyle/>
        <a:p>
          <a:endParaRPr lang="en-US"/>
        </a:p>
      </dgm:t>
    </dgm:pt>
    <dgm:pt modelId="{FC74D10D-C3AB-4D1A-8C91-4B3F04B46634}">
      <dgm:prSet/>
      <dgm:spPr/>
      <dgm:t>
        <a:bodyPr/>
        <a:lstStyle/>
        <a:p>
          <a:r>
            <a:rPr lang="en-US"/>
            <a:t>Validation and Testing</a:t>
          </a:r>
        </a:p>
      </dgm:t>
    </dgm:pt>
    <dgm:pt modelId="{754B9ED4-1D8B-412C-98E7-A25A83ACA195}" type="parTrans" cxnId="{43D84326-D2A1-41D8-A4FE-411CF26E9D19}">
      <dgm:prSet/>
      <dgm:spPr/>
      <dgm:t>
        <a:bodyPr/>
        <a:lstStyle/>
        <a:p>
          <a:endParaRPr lang="en-US"/>
        </a:p>
      </dgm:t>
    </dgm:pt>
    <dgm:pt modelId="{F87DDAAD-8131-4E96-8032-80A17E3DF3B2}" type="sibTrans" cxnId="{43D84326-D2A1-41D8-A4FE-411CF26E9D19}">
      <dgm:prSet/>
      <dgm:spPr/>
      <dgm:t>
        <a:bodyPr/>
        <a:lstStyle/>
        <a:p>
          <a:endParaRPr lang="en-US"/>
        </a:p>
      </dgm:t>
    </dgm:pt>
    <dgm:pt modelId="{96819B73-F262-4F93-A486-ED4A3EDD97AE}">
      <dgm:prSet/>
      <dgm:spPr/>
      <dgm:t>
        <a:bodyPr/>
        <a:lstStyle/>
        <a:p>
          <a:r>
            <a:rPr lang="en-US"/>
            <a:t>Validated with test dataset for performance</a:t>
          </a:r>
        </a:p>
      </dgm:t>
    </dgm:pt>
    <dgm:pt modelId="{08401A9E-7AAA-4C19-8BF9-957FA19FBCBE}" type="parTrans" cxnId="{6F659A15-D9B5-4506-AC2E-3BF1415BD4DA}">
      <dgm:prSet/>
      <dgm:spPr/>
      <dgm:t>
        <a:bodyPr/>
        <a:lstStyle/>
        <a:p>
          <a:endParaRPr lang="en-US"/>
        </a:p>
      </dgm:t>
    </dgm:pt>
    <dgm:pt modelId="{9C5BCA88-D11B-4F86-AE52-C64329623A64}" type="sibTrans" cxnId="{6F659A15-D9B5-4506-AC2E-3BF1415BD4DA}">
      <dgm:prSet/>
      <dgm:spPr/>
      <dgm:t>
        <a:bodyPr/>
        <a:lstStyle/>
        <a:p>
          <a:endParaRPr lang="en-US"/>
        </a:p>
      </dgm:t>
    </dgm:pt>
    <dgm:pt modelId="{07D15751-FFBC-458A-972E-F037A60B061B}" type="pres">
      <dgm:prSet presAssocID="{38933602-92DE-4ADE-8B2F-C5CC00B96188}" presName="root" presStyleCnt="0">
        <dgm:presLayoutVars>
          <dgm:dir/>
          <dgm:resizeHandles val="exact"/>
        </dgm:presLayoutVars>
      </dgm:prSet>
      <dgm:spPr/>
    </dgm:pt>
    <dgm:pt modelId="{05E93F50-8C85-483E-9701-D33769775027}" type="pres">
      <dgm:prSet presAssocID="{FB3AC288-D5EC-444E-8372-C07762C2C5EF}" presName="compNode" presStyleCnt="0"/>
      <dgm:spPr/>
    </dgm:pt>
    <dgm:pt modelId="{43339DAE-A423-484F-BB19-263AB5E83002}" type="pres">
      <dgm:prSet presAssocID="{FB3AC288-D5EC-444E-8372-C07762C2C5EF}" presName="bgRect" presStyleLbl="bgShp" presStyleIdx="0" presStyleCnt="5"/>
      <dgm:spPr/>
    </dgm:pt>
    <dgm:pt modelId="{4F408C23-EC8A-48E1-8058-B69BE2E535AD}" type="pres">
      <dgm:prSet presAssocID="{FB3AC288-D5EC-444E-8372-C07762C2C5E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176DA0E5-09AF-443C-9437-4310D9940FD8}" type="pres">
      <dgm:prSet presAssocID="{FB3AC288-D5EC-444E-8372-C07762C2C5EF}" presName="spaceRect" presStyleCnt="0"/>
      <dgm:spPr/>
    </dgm:pt>
    <dgm:pt modelId="{BD8EA069-41F8-40FE-ABCE-851C757A0A36}" type="pres">
      <dgm:prSet presAssocID="{FB3AC288-D5EC-444E-8372-C07762C2C5EF}" presName="parTx" presStyleLbl="revTx" presStyleIdx="0" presStyleCnt="9">
        <dgm:presLayoutVars>
          <dgm:chMax val="0"/>
          <dgm:chPref val="0"/>
        </dgm:presLayoutVars>
      </dgm:prSet>
      <dgm:spPr/>
    </dgm:pt>
    <dgm:pt modelId="{F251888A-7ECE-43D7-AC39-C8451831F1CC}" type="pres">
      <dgm:prSet presAssocID="{A96C1508-99D6-46C3-AF17-4A9F8FA23BAA}" presName="sibTrans" presStyleCnt="0"/>
      <dgm:spPr/>
    </dgm:pt>
    <dgm:pt modelId="{45122108-C6D7-415F-80BD-03482D2E7E84}" type="pres">
      <dgm:prSet presAssocID="{EE5624B5-9DE4-4EF2-BDAC-D4DEA76F06CA}" presName="compNode" presStyleCnt="0"/>
      <dgm:spPr/>
    </dgm:pt>
    <dgm:pt modelId="{248EE8FB-5BC0-4D1A-A7AA-0A63F16A8C64}" type="pres">
      <dgm:prSet presAssocID="{EE5624B5-9DE4-4EF2-BDAC-D4DEA76F06CA}" presName="bgRect" presStyleLbl="bgShp" presStyleIdx="1" presStyleCnt="5"/>
      <dgm:spPr/>
    </dgm:pt>
    <dgm:pt modelId="{29604FDA-69AB-4368-813C-1F50E694BAA8}" type="pres">
      <dgm:prSet presAssocID="{EE5624B5-9DE4-4EF2-BDAC-D4DEA76F06C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70A47A-2366-4E6A-9192-026BE2457534}" type="pres">
      <dgm:prSet presAssocID="{EE5624B5-9DE4-4EF2-BDAC-D4DEA76F06CA}" presName="spaceRect" presStyleCnt="0"/>
      <dgm:spPr/>
    </dgm:pt>
    <dgm:pt modelId="{E58B4714-7B6F-4121-9198-E13428264AFB}" type="pres">
      <dgm:prSet presAssocID="{EE5624B5-9DE4-4EF2-BDAC-D4DEA76F06CA}" presName="parTx" presStyleLbl="revTx" presStyleIdx="1" presStyleCnt="9">
        <dgm:presLayoutVars>
          <dgm:chMax val="0"/>
          <dgm:chPref val="0"/>
        </dgm:presLayoutVars>
      </dgm:prSet>
      <dgm:spPr/>
    </dgm:pt>
    <dgm:pt modelId="{36753C10-A89E-4BC1-AA46-0569B28C46D2}" type="pres">
      <dgm:prSet presAssocID="{EE5624B5-9DE4-4EF2-BDAC-D4DEA76F06CA}" presName="desTx" presStyleLbl="revTx" presStyleIdx="2" presStyleCnt="9">
        <dgm:presLayoutVars/>
      </dgm:prSet>
      <dgm:spPr/>
    </dgm:pt>
    <dgm:pt modelId="{81ED4B6E-9227-475F-80DE-A6F6DB06D10C}" type="pres">
      <dgm:prSet presAssocID="{312A99E1-83C5-4240-92FF-963795E5ED06}" presName="sibTrans" presStyleCnt="0"/>
      <dgm:spPr/>
    </dgm:pt>
    <dgm:pt modelId="{D139AD50-17C0-4D7E-81C1-55AD94C362FD}" type="pres">
      <dgm:prSet presAssocID="{6B0A16D7-C7F4-432A-A96F-9F99DDD80A72}" presName="compNode" presStyleCnt="0"/>
      <dgm:spPr/>
    </dgm:pt>
    <dgm:pt modelId="{E90AE89C-DAA5-483E-A9E5-898257071EC8}" type="pres">
      <dgm:prSet presAssocID="{6B0A16D7-C7F4-432A-A96F-9F99DDD80A72}" presName="bgRect" presStyleLbl="bgShp" presStyleIdx="2" presStyleCnt="5"/>
      <dgm:spPr/>
    </dgm:pt>
    <dgm:pt modelId="{66FE63A5-97A0-4D3F-9D84-3EF2E5286128}" type="pres">
      <dgm:prSet presAssocID="{6B0A16D7-C7F4-432A-A96F-9F99DDD80A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dy Builder"/>
        </a:ext>
      </dgm:extLst>
    </dgm:pt>
    <dgm:pt modelId="{D10B5EBF-2463-4337-81B9-CD63C34A5481}" type="pres">
      <dgm:prSet presAssocID="{6B0A16D7-C7F4-432A-A96F-9F99DDD80A72}" presName="spaceRect" presStyleCnt="0"/>
      <dgm:spPr/>
    </dgm:pt>
    <dgm:pt modelId="{AA7695B9-EA31-4A77-8226-810315A3D193}" type="pres">
      <dgm:prSet presAssocID="{6B0A16D7-C7F4-432A-A96F-9F99DDD80A72}" presName="parTx" presStyleLbl="revTx" presStyleIdx="3" presStyleCnt="9">
        <dgm:presLayoutVars>
          <dgm:chMax val="0"/>
          <dgm:chPref val="0"/>
        </dgm:presLayoutVars>
      </dgm:prSet>
      <dgm:spPr/>
    </dgm:pt>
    <dgm:pt modelId="{E753E516-EF2A-44AA-A697-D664659AA346}" type="pres">
      <dgm:prSet presAssocID="{6B0A16D7-C7F4-432A-A96F-9F99DDD80A72}" presName="desTx" presStyleLbl="revTx" presStyleIdx="4" presStyleCnt="9">
        <dgm:presLayoutVars/>
      </dgm:prSet>
      <dgm:spPr/>
    </dgm:pt>
    <dgm:pt modelId="{16B0CA3E-6C20-4E46-A1F8-E067B81D26A5}" type="pres">
      <dgm:prSet presAssocID="{887290F2-292D-4A48-A773-BC8E4B5DA307}" presName="sibTrans" presStyleCnt="0"/>
      <dgm:spPr/>
    </dgm:pt>
    <dgm:pt modelId="{8F56EBF3-4C5E-49A4-A0FE-6598234E899C}" type="pres">
      <dgm:prSet presAssocID="{B17CE9E9-1FEC-42D1-AA73-4AC09FD869E7}" presName="compNode" presStyleCnt="0"/>
      <dgm:spPr/>
    </dgm:pt>
    <dgm:pt modelId="{193FC404-5589-4BC8-B21C-4C6CBF13AA57}" type="pres">
      <dgm:prSet presAssocID="{B17CE9E9-1FEC-42D1-AA73-4AC09FD869E7}" presName="bgRect" presStyleLbl="bgShp" presStyleIdx="3" presStyleCnt="5"/>
      <dgm:spPr/>
    </dgm:pt>
    <dgm:pt modelId="{8A6A2D61-4EFB-4430-9B46-57E4F4255AC0}" type="pres">
      <dgm:prSet presAssocID="{B17CE9E9-1FEC-42D1-AA73-4AC09FD869E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49AABAF9-D56B-49E4-BCAA-EA24BE500EB6}" type="pres">
      <dgm:prSet presAssocID="{B17CE9E9-1FEC-42D1-AA73-4AC09FD869E7}" presName="spaceRect" presStyleCnt="0"/>
      <dgm:spPr/>
    </dgm:pt>
    <dgm:pt modelId="{86F64E91-D25D-4177-966F-589F40051FD7}" type="pres">
      <dgm:prSet presAssocID="{B17CE9E9-1FEC-42D1-AA73-4AC09FD869E7}" presName="parTx" presStyleLbl="revTx" presStyleIdx="5" presStyleCnt="9">
        <dgm:presLayoutVars>
          <dgm:chMax val="0"/>
          <dgm:chPref val="0"/>
        </dgm:presLayoutVars>
      </dgm:prSet>
      <dgm:spPr/>
    </dgm:pt>
    <dgm:pt modelId="{0C95DA8C-B50D-4631-B978-A4BBF40F3313}" type="pres">
      <dgm:prSet presAssocID="{B17CE9E9-1FEC-42D1-AA73-4AC09FD869E7}" presName="desTx" presStyleLbl="revTx" presStyleIdx="6" presStyleCnt="9">
        <dgm:presLayoutVars/>
      </dgm:prSet>
      <dgm:spPr/>
    </dgm:pt>
    <dgm:pt modelId="{69A96004-B723-4183-B3F5-746A84BA2CE0}" type="pres">
      <dgm:prSet presAssocID="{29D93141-6D17-4BC2-A0A4-ECB3627EE1ED}" presName="sibTrans" presStyleCnt="0"/>
      <dgm:spPr/>
    </dgm:pt>
    <dgm:pt modelId="{78EA52A1-61A6-4C1A-9905-8D0385B47ECB}" type="pres">
      <dgm:prSet presAssocID="{FC74D10D-C3AB-4D1A-8C91-4B3F04B46634}" presName="compNode" presStyleCnt="0"/>
      <dgm:spPr/>
    </dgm:pt>
    <dgm:pt modelId="{5DC3C2F6-EB62-4FC1-AAC8-386F12140516}" type="pres">
      <dgm:prSet presAssocID="{FC74D10D-C3AB-4D1A-8C91-4B3F04B46634}" presName="bgRect" presStyleLbl="bgShp" presStyleIdx="4" presStyleCnt="5"/>
      <dgm:spPr/>
    </dgm:pt>
    <dgm:pt modelId="{3F7220E6-421E-46EB-9AF4-4115F6FF0EA0}" type="pres">
      <dgm:prSet presAssocID="{FC74D10D-C3AB-4D1A-8C91-4B3F04B4663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EB28666-A6E5-4099-9860-F4D984C4C9A4}" type="pres">
      <dgm:prSet presAssocID="{FC74D10D-C3AB-4D1A-8C91-4B3F04B46634}" presName="spaceRect" presStyleCnt="0"/>
      <dgm:spPr/>
    </dgm:pt>
    <dgm:pt modelId="{DCA3E2CF-A363-43EA-AC91-5376973C45AC}" type="pres">
      <dgm:prSet presAssocID="{FC74D10D-C3AB-4D1A-8C91-4B3F04B46634}" presName="parTx" presStyleLbl="revTx" presStyleIdx="7" presStyleCnt="9">
        <dgm:presLayoutVars>
          <dgm:chMax val="0"/>
          <dgm:chPref val="0"/>
        </dgm:presLayoutVars>
      </dgm:prSet>
      <dgm:spPr/>
    </dgm:pt>
    <dgm:pt modelId="{236E1462-BC30-4852-A1E9-08475A267EF3}" type="pres">
      <dgm:prSet presAssocID="{FC74D10D-C3AB-4D1A-8C91-4B3F04B46634}" presName="desTx" presStyleLbl="revTx" presStyleIdx="8" presStyleCnt="9">
        <dgm:presLayoutVars/>
      </dgm:prSet>
      <dgm:spPr/>
    </dgm:pt>
  </dgm:ptLst>
  <dgm:cxnLst>
    <dgm:cxn modelId="{DFE8F309-4BBC-47A8-BC8D-114221CE0032}" type="presOf" srcId="{FB3AC288-D5EC-444E-8372-C07762C2C5EF}" destId="{BD8EA069-41F8-40FE-ABCE-851C757A0A36}" srcOrd="0" destOrd="0" presId="urn:microsoft.com/office/officeart/2018/2/layout/IconVerticalSolidList"/>
    <dgm:cxn modelId="{6F659A15-D9B5-4506-AC2E-3BF1415BD4DA}" srcId="{FC74D10D-C3AB-4D1A-8C91-4B3F04B46634}" destId="{96819B73-F262-4F93-A486-ED4A3EDD97AE}" srcOrd="0" destOrd="0" parTransId="{08401A9E-7AAA-4C19-8BF9-957FA19FBCBE}" sibTransId="{9C5BCA88-D11B-4F86-AE52-C64329623A64}"/>
    <dgm:cxn modelId="{733B6E21-8E1C-49AE-9738-25084BD9986B}" srcId="{38933602-92DE-4ADE-8B2F-C5CC00B96188}" destId="{B17CE9E9-1FEC-42D1-AA73-4AC09FD869E7}" srcOrd="3" destOrd="0" parTransId="{B6507BD3-2D6D-4E75-9B81-16EA0958B4A7}" sibTransId="{29D93141-6D17-4BC2-A0A4-ECB3627EE1ED}"/>
    <dgm:cxn modelId="{43D84326-D2A1-41D8-A4FE-411CF26E9D19}" srcId="{38933602-92DE-4ADE-8B2F-C5CC00B96188}" destId="{FC74D10D-C3AB-4D1A-8C91-4B3F04B46634}" srcOrd="4" destOrd="0" parTransId="{754B9ED4-1D8B-412C-98E7-A25A83ACA195}" sibTransId="{F87DDAAD-8131-4E96-8032-80A17E3DF3B2}"/>
    <dgm:cxn modelId="{3CBBA439-A093-4907-8618-6A2CE268BD44}" srcId="{38933602-92DE-4ADE-8B2F-C5CC00B96188}" destId="{FB3AC288-D5EC-444E-8372-C07762C2C5EF}" srcOrd="0" destOrd="0" parTransId="{37654616-7D51-42D9-B276-1A288EDE0EAF}" sibTransId="{A96C1508-99D6-46C3-AF17-4A9F8FA23BAA}"/>
    <dgm:cxn modelId="{4CC0454B-9266-406B-A8DF-01F041D5CC0F}" type="presOf" srcId="{36CF57F1-7B44-48BB-BD7A-CA5CB82786BB}" destId="{0C95DA8C-B50D-4631-B978-A4BBF40F3313}" srcOrd="0" destOrd="0" presId="urn:microsoft.com/office/officeart/2018/2/layout/IconVerticalSolidList"/>
    <dgm:cxn modelId="{F207636E-F1AD-48CA-A8C6-DF9F420D662B}" type="presOf" srcId="{B17CE9E9-1FEC-42D1-AA73-4AC09FD869E7}" destId="{86F64E91-D25D-4177-966F-589F40051FD7}" srcOrd="0" destOrd="0" presId="urn:microsoft.com/office/officeart/2018/2/layout/IconVerticalSolidList"/>
    <dgm:cxn modelId="{73F2EF55-64B6-4F9A-ADB0-4F3A2F6FB96B}" type="presOf" srcId="{EE5624B5-9DE4-4EF2-BDAC-D4DEA76F06CA}" destId="{E58B4714-7B6F-4121-9198-E13428264AFB}" srcOrd="0" destOrd="0" presId="urn:microsoft.com/office/officeart/2018/2/layout/IconVerticalSolidList"/>
    <dgm:cxn modelId="{51DB4F8B-00F4-4D58-805D-0F0ED8D3C8B8}" type="presOf" srcId="{6B0A16D7-C7F4-432A-A96F-9F99DDD80A72}" destId="{AA7695B9-EA31-4A77-8226-810315A3D193}" srcOrd="0" destOrd="0" presId="urn:microsoft.com/office/officeart/2018/2/layout/IconVerticalSolidList"/>
    <dgm:cxn modelId="{B8A46D9D-CA7D-4180-9E8B-7409E53167C1}" srcId="{EE5624B5-9DE4-4EF2-BDAC-D4DEA76F06CA}" destId="{BE3CE9FA-6BAC-4697-A4D9-06BFE6AF670C}" srcOrd="0" destOrd="0" parTransId="{1E29D83A-A6D5-4737-87CF-CEE0ED82AA25}" sibTransId="{5734591D-90CF-4C13-880E-0585FE77DD0A}"/>
    <dgm:cxn modelId="{F194A8A1-6912-4C14-8501-44A27D057D93}" srcId="{B17CE9E9-1FEC-42D1-AA73-4AC09FD869E7}" destId="{36CF57F1-7B44-48BB-BD7A-CA5CB82786BB}" srcOrd="0" destOrd="0" parTransId="{6E24198E-7147-4021-A007-C0BF50C75FDB}" sibTransId="{9A230158-338F-4879-A359-09706C458DF9}"/>
    <dgm:cxn modelId="{56EB28A3-A8EC-43E1-B787-1256E5EA97E6}" srcId="{6B0A16D7-C7F4-432A-A96F-9F99DDD80A72}" destId="{2D01380A-43BA-4E14-8E37-99F9A37D10D1}" srcOrd="0" destOrd="0" parTransId="{194B3A72-F680-4791-841B-F7C7455E8236}" sibTransId="{A7BB06FC-CE9D-475C-8C50-FFDBD24A2F94}"/>
    <dgm:cxn modelId="{253231B9-EA19-48B9-983E-B00464F67C3F}" srcId="{38933602-92DE-4ADE-8B2F-C5CC00B96188}" destId="{6B0A16D7-C7F4-432A-A96F-9F99DDD80A72}" srcOrd="2" destOrd="0" parTransId="{3FABFE0B-D5A7-4A69-9207-6E3EBE40E7C5}" sibTransId="{887290F2-292D-4A48-A773-BC8E4B5DA307}"/>
    <dgm:cxn modelId="{3D2124C2-C3CC-435D-8CAF-E58DE3ACED93}" type="presOf" srcId="{96819B73-F262-4F93-A486-ED4A3EDD97AE}" destId="{236E1462-BC30-4852-A1E9-08475A267EF3}" srcOrd="0" destOrd="0" presId="urn:microsoft.com/office/officeart/2018/2/layout/IconVerticalSolidList"/>
    <dgm:cxn modelId="{37DAEAC4-C9F5-497B-B274-270002DC7B7F}" type="presOf" srcId="{2D01380A-43BA-4E14-8E37-99F9A37D10D1}" destId="{E753E516-EF2A-44AA-A697-D664659AA346}" srcOrd="0" destOrd="0" presId="urn:microsoft.com/office/officeart/2018/2/layout/IconVerticalSolidList"/>
    <dgm:cxn modelId="{D3C12ECE-1772-4E6F-B64A-8D36ECD0A7C8}" type="presOf" srcId="{38933602-92DE-4ADE-8B2F-C5CC00B96188}" destId="{07D15751-FFBC-458A-972E-F037A60B061B}" srcOrd="0" destOrd="0" presId="urn:microsoft.com/office/officeart/2018/2/layout/IconVerticalSolidList"/>
    <dgm:cxn modelId="{D4D6FFD8-55A3-4A2D-A8B3-7C05A1144061}" type="presOf" srcId="{BE3CE9FA-6BAC-4697-A4D9-06BFE6AF670C}" destId="{36753C10-A89E-4BC1-AA46-0569B28C46D2}" srcOrd="0" destOrd="0" presId="urn:microsoft.com/office/officeart/2018/2/layout/IconVerticalSolidList"/>
    <dgm:cxn modelId="{A42B59E8-AC7B-40BE-A9AC-587898E96D38}" srcId="{38933602-92DE-4ADE-8B2F-C5CC00B96188}" destId="{EE5624B5-9DE4-4EF2-BDAC-D4DEA76F06CA}" srcOrd="1" destOrd="0" parTransId="{1DF37DB9-FFBE-4BD2-92D7-0EBC92989786}" sibTransId="{312A99E1-83C5-4240-92FF-963795E5ED06}"/>
    <dgm:cxn modelId="{B8ED98FC-0237-40EF-A0D0-EB79A2871983}" type="presOf" srcId="{FC74D10D-C3AB-4D1A-8C91-4B3F04B46634}" destId="{DCA3E2CF-A363-43EA-AC91-5376973C45AC}" srcOrd="0" destOrd="0" presId="urn:microsoft.com/office/officeart/2018/2/layout/IconVerticalSolidList"/>
    <dgm:cxn modelId="{68AE2756-1BF1-4FB6-B5BF-23B3BBDBE6D6}" type="presParOf" srcId="{07D15751-FFBC-458A-972E-F037A60B061B}" destId="{05E93F50-8C85-483E-9701-D33769775027}" srcOrd="0" destOrd="0" presId="urn:microsoft.com/office/officeart/2018/2/layout/IconVerticalSolidList"/>
    <dgm:cxn modelId="{C3B0118A-D3B1-444A-9476-26C7E81F637F}" type="presParOf" srcId="{05E93F50-8C85-483E-9701-D33769775027}" destId="{43339DAE-A423-484F-BB19-263AB5E83002}" srcOrd="0" destOrd="0" presId="urn:microsoft.com/office/officeart/2018/2/layout/IconVerticalSolidList"/>
    <dgm:cxn modelId="{95C7D5C4-2E31-4CE4-AB33-F0964C025F69}" type="presParOf" srcId="{05E93F50-8C85-483E-9701-D33769775027}" destId="{4F408C23-EC8A-48E1-8058-B69BE2E535AD}" srcOrd="1" destOrd="0" presId="urn:microsoft.com/office/officeart/2018/2/layout/IconVerticalSolidList"/>
    <dgm:cxn modelId="{23514D67-9BF7-43A8-9078-B77C5BB48D72}" type="presParOf" srcId="{05E93F50-8C85-483E-9701-D33769775027}" destId="{176DA0E5-09AF-443C-9437-4310D9940FD8}" srcOrd="2" destOrd="0" presId="urn:microsoft.com/office/officeart/2018/2/layout/IconVerticalSolidList"/>
    <dgm:cxn modelId="{2B13269C-CD66-466A-8FB7-E66DF97BDD6C}" type="presParOf" srcId="{05E93F50-8C85-483E-9701-D33769775027}" destId="{BD8EA069-41F8-40FE-ABCE-851C757A0A36}" srcOrd="3" destOrd="0" presId="urn:microsoft.com/office/officeart/2018/2/layout/IconVerticalSolidList"/>
    <dgm:cxn modelId="{CEFB9B26-4E47-4C7E-AD60-0C2DA572E270}" type="presParOf" srcId="{07D15751-FFBC-458A-972E-F037A60B061B}" destId="{F251888A-7ECE-43D7-AC39-C8451831F1CC}" srcOrd="1" destOrd="0" presId="urn:microsoft.com/office/officeart/2018/2/layout/IconVerticalSolidList"/>
    <dgm:cxn modelId="{864C4650-1DC6-4C96-ADEC-745872F7B9F6}" type="presParOf" srcId="{07D15751-FFBC-458A-972E-F037A60B061B}" destId="{45122108-C6D7-415F-80BD-03482D2E7E84}" srcOrd="2" destOrd="0" presId="urn:microsoft.com/office/officeart/2018/2/layout/IconVerticalSolidList"/>
    <dgm:cxn modelId="{67C19155-0C62-40C6-BD04-6C1FD7173300}" type="presParOf" srcId="{45122108-C6D7-415F-80BD-03482D2E7E84}" destId="{248EE8FB-5BC0-4D1A-A7AA-0A63F16A8C64}" srcOrd="0" destOrd="0" presId="urn:microsoft.com/office/officeart/2018/2/layout/IconVerticalSolidList"/>
    <dgm:cxn modelId="{EE1D1E4D-2D13-450A-8DD0-2C3F1CF5BEA6}" type="presParOf" srcId="{45122108-C6D7-415F-80BD-03482D2E7E84}" destId="{29604FDA-69AB-4368-813C-1F50E694BAA8}" srcOrd="1" destOrd="0" presId="urn:microsoft.com/office/officeart/2018/2/layout/IconVerticalSolidList"/>
    <dgm:cxn modelId="{74538802-E519-4333-BD20-BC191E63577F}" type="presParOf" srcId="{45122108-C6D7-415F-80BD-03482D2E7E84}" destId="{CD70A47A-2366-4E6A-9192-026BE2457534}" srcOrd="2" destOrd="0" presId="urn:microsoft.com/office/officeart/2018/2/layout/IconVerticalSolidList"/>
    <dgm:cxn modelId="{4E303B3D-4248-4FC5-8364-74761ED96E98}" type="presParOf" srcId="{45122108-C6D7-415F-80BD-03482D2E7E84}" destId="{E58B4714-7B6F-4121-9198-E13428264AFB}" srcOrd="3" destOrd="0" presId="urn:microsoft.com/office/officeart/2018/2/layout/IconVerticalSolidList"/>
    <dgm:cxn modelId="{1EE4FB42-558F-4F19-839F-4EACF3AE93AD}" type="presParOf" srcId="{45122108-C6D7-415F-80BD-03482D2E7E84}" destId="{36753C10-A89E-4BC1-AA46-0569B28C46D2}" srcOrd="4" destOrd="0" presId="urn:microsoft.com/office/officeart/2018/2/layout/IconVerticalSolidList"/>
    <dgm:cxn modelId="{8E4E0647-6F12-4BDE-B88A-9101473C74D3}" type="presParOf" srcId="{07D15751-FFBC-458A-972E-F037A60B061B}" destId="{81ED4B6E-9227-475F-80DE-A6F6DB06D10C}" srcOrd="3" destOrd="0" presId="urn:microsoft.com/office/officeart/2018/2/layout/IconVerticalSolidList"/>
    <dgm:cxn modelId="{C68D8980-D578-40A2-9CB8-CE38EA93EE4B}" type="presParOf" srcId="{07D15751-FFBC-458A-972E-F037A60B061B}" destId="{D139AD50-17C0-4D7E-81C1-55AD94C362FD}" srcOrd="4" destOrd="0" presId="urn:microsoft.com/office/officeart/2018/2/layout/IconVerticalSolidList"/>
    <dgm:cxn modelId="{FD7BF546-9C34-47E8-BC11-613A38C1DE6A}" type="presParOf" srcId="{D139AD50-17C0-4D7E-81C1-55AD94C362FD}" destId="{E90AE89C-DAA5-483E-A9E5-898257071EC8}" srcOrd="0" destOrd="0" presId="urn:microsoft.com/office/officeart/2018/2/layout/IconVerticalSolidList"/>
    <dgm:cxn modelId="{8194BBA6-B90D-4423-A882-5732686CE86A}" type="presParOf" srcId="{D139AD50-17C0-4D7E-81C1-55AD94C362FD}" destId="{66FE63A5-97A0-4D3F-9D84-3EF2E5286128}" srcOrd="1" destOrd="0" presId="urn:microsoft.com/office/officeart/2018/2/layout/IconVerticalSolidList"/>
    <dgm:cxn modelId="{90A5D7BB-2F97-4EAA-BDA6-714818993435}" type="presParOf" srcId="{D139AD50-17C0-4D7E-81C1-55AD94C362FD}" destId="{D10B5EBF-2463-4337-81B9-CD63C34A5481}" srcOrd="2" destOrd="0" presId="urn:microsoft.com/office/officeart/2018/2/layout/IconVerticalSolidList"/>
    <dgm:cxn modelId="{A34739FB-A8BD-4A67-8511-0D6BC47DA8EB}" type="presParOf" srcId="{D139AD50-17C0-4D7E-81C1-55AD94C362FD}" destId="{AA7695B9-EA31-4A77-8226-810315A3D193}" srcOrd="3" destOrd="0" presId="urn:microsoft.com/office/officeart/2018/2/layout/IconVerticalSolidList"/>
    <dgm:cxn modelId="{F8504838-2A1F-479B-B8E3-B071C5398A60}" type="presParOf" srcId="{D139AD50-17C0-4D7E-81C1-55AD94C362FD}" destId="{E753E516-EF2A-44AA-A697-D664659AA346}" srcOrd="4" destOrd="0" presId="urn:microsoft.com/office/officeart/2018/2/layout/IconVerticalSolidList"/>
    <dgm:cxn modelId="{C35D3C20-93AE-43C4-9C44-BEB0D7728DD3}" type="presParOf" srcId="{07D15751-FFBC-458A-972E-F037A60B061B}" destId="{16B0CA3E-6C20-4E46-A1F8-E067B81D26A5}" srcOrd="5" destOrd="0" presId="urn:microsoft.com/office/officeart/2018/2/layout/IconVerticalSolidList"/>
    <dgm:cxn modelId="{ACD8BDBD-C812-472A-8B15-7C2A931E1CF8}" type="presParOf" srcId="{07D15751-FFBC-458A-972E-F037A60B061B}" destId="{8F56EBF3-4C5E-49A4-A0FE-6598234E899C}" srcOrd="6" destOrd="0" presId="urn:microsoft.com/office/officeart/2018/2/layout/IconVerticalSolidList"/>
    <dgm:cxn modelId="{AE83DAAF-6DB7-489E-AB20-9DF3E7ADFFEF}" type="presParOf" srcId="{8F56EBF3-4C5E-49A4-A0FE-6598234E899C}" destId="{193FC404-5589-4BC8-B21C-4C6CBF13AA57}" srcOrd="0" destOrd="0" presId="urn:microsoft.com/office/officeart/2018/2/layout/IconVerticalSolidList"/>
    <dgm:cxn modelId="{58B343AD-B370-421B-99CA-C6FE884C1BC8}" type="presParOf" srcId="{8F56EBF3-4C5E-49A4-A0FE-6598234E899C}" destId="{8A6A2D61-4EFB-4430-9B46-57E4F4255AC0}" srcOrd="1" destOrd="0" presId="urn:microsoft.com/office/officeart/2018/2/layout/IconVerticalSolidList"/>
    <dgm:cxn modelId="{F568C0E9-D53C-4327-932D-23D7D284BC0F}" type="presParOf" srcId="{8F56EBF3-4C5E-49A4-A0FE-6598234E899C}" destId="{49AABAF9-D56B-49E4-BCAA-EA24BE500EB6}" srcOrd="2" destOrd="0" presId="urn:microsoft.com/office/officeart/2018/2/layout/IconVerticalSolidList"/>
    <dgm:cxn modelId="{86FBA649-6462-41A4-8FD8-10AEEB394793}" type="presParOf" srcId="{8F56EBF3-4C5E-49A4-A0FE-6598234E899C}" destId="{86F64E91-D25D-4177-966F-589F40051FD7}" srcOrd="3" destOrd="0" presId="urn:microsoft.com/office/officeart/2018/2/layout/IconVerticalSolidList"/>
    <dgm:cxn modelId="{89E46FF0-5ABA-42E5-A654-6768001AEE9C}" type="presParOf" srcId="{8F56EBF3-4C5E-49A4-A0FE-6598234E899C}" destId="{0C95DA8C-B50D-4631-B978-A4BBF40F3313}" srcOrd="4" destOrd="0" presId="urn:microsoft.com/office/officeart/2018/2/layout/IconVerticalSolidList"/>
    <dgm:cxn modelId="{E8B90BD6-A93D-42F5-A8C4-17E9C498DC92}" type="presParOf" srcId="{07D15751-FFBC-458A-972E-F037A60B061B}" destId="{69A96004-B723-4183-B3F5-746A84BA2CE0}" srcOrd="7" destOrd="0" presId="urn:microsoft.com/office/officeart/2018/2/layout/IconVerticalSolidList"/>
    <dgm:cxn modelId="{A604CCE1-601B-43C7-9165-69DBA8FAB095}" type="presParOf" srcId="{07D15751-FFBC-458A-972E-F037A60B061B}" destId="{78EA52A1-61A6-4C1A-9905-8D0385B47ECB}" srcOrd="8" destOrd="0" presId="urn:microsoft.com/office/officeart/2018/2/layout/IconVerticalSolidList"/>
    <dgm:cxn modelId="{F1B5EA0E-29CC-46BB-BD0E-547A0320843F}" type="presParOf" srcId="{78EA52A1-61A6-4C1A-9905-8D0385B47ECB}" destId="{5DC3C2F6-EB62-4FC1-AAC8-386F12140516}" srcOrd="0" destOrd="0" presId="urn:microsoft.com/office/officeart/2018/2/layout/IconVerticalSolidList"/>
    <dgm:cxn modelId="{7983165F-3F92-4CF4-AF39-65CD5F854A54}" type="presParOf" srcId="{78EA52A1-61A6-4C1A-9905-8D0385B47ECB}" destId="{3F7220E6-421E-46EB-9AF4-4115F6FF0EA0}" srcOrd="1" destOrd="0" presId="urn:microsoft.com/office/officeart/2018/2/layout/IconVerticalSolidList"/>
    <dgm:cxn modelId="{967DB374-01CA-4ECF-9712-12C2DCBD71C1}" type="presParOf" srcId="{78EA52A1-61A6-4C1A-9905-8D0385B47ECB}" destId="{AEB28666-A6E5-4099-9860-F4D984C4C9A4}" srcOrd="2" destOrd="0" presId="urn:microsoft.com/office/officeart/2018/2/layout/IconVerticalSolidList"/>
    <dgm:cxn modelId="{CE78C49B-001D-424E-9295-C6D5DB710703}" type="presParOf" srcId="{78EA52A1-61A6-4C1A-9905-8D0385B47ECB}" destId="{DCA3E2CF-A363-43EA-AC91-5376973C45AC}" srcOrd="3" destOrd="0" presId="urn:microsoft.com/office/officeart/2018/2/layout/IconVerticalSolidList"/>
    <dgm:cxn modelId="{8B8D764F-0BF6-4C7A-A184-47D7D84F0986}" type="presParOf" srcId="{78EA52A1-61A6-4C1A-9905-8D0385B47ECB}" destId="{236E1462-BC30-4852-A1E9-08475A267EF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7D9B66-C4CC-4695-9E0B-3559015F30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E94793-7179-4FCA-9D33-C45E8C774782}">
      <dgm:prSet/>
      <dgm:spPr/>
      <dgm:t>
        <a:bodyPr/>
        <a:lstStyle/>
        <a:p>
          <a:r>
            <a:rPr lang="en-US"/>
            <a:t>Dynamic Pruning Techniques</a:t>
          </a:r>
        </a:p>
      </dgm:t>
    </dgm:pt>
    <dgm:pt modelId="{50611B95-1270-41F9-AB21-E88FA686FD51}" type="parTrans" cxnId="{34EFBE4C-960A-47C0-A3BD-27568DA18FEA}">
      <dgm:prSet/>
      <dgm:spPr/>
      <dgm:t>
        <a:bodyPr/>
        <a:lstStyle/>
        <a:p>
          <a:endParaRPr lang="en-US"/>
        </a:p>
      </dgm:t>
    </dgm:pt>
    <dgm:pt modelId="{8874BAF9-8B15-4E83-9E0B-8F5DBEAA926A}" type="sibTrans" cxnId="{34EFBE4C-960A-47C0-A3BD-27568DA18FEA}">
      <dgm:prSet/>
      <dgm:spPr/>
      <dgm:t>
        <a:bodyPr/>
        <a:lstStyle/>
        <a:p>
          <a:endParaRPr lang="en-US"/>
        </a:p>
      </dgm:t>
    </dgm:pt>
    <dgm:pt modelId="{47EEA602-D113-4069-B74B-A82E46C1487F}">
      <dgm:prSet/>
      <dgm:spPr/>
      <dgm:t>
        <a:bodyPr/>
        <a:lstStyle/>
        <a:p>
          <a:r>
            <a:rPr lang="en-US"/>
            <a:t>Explore adaptive pruning methods based on real-time feedback or importance metrics during training or inference.</a:t>
          </a:r>
        </a:p>
      </dgm:t>
    </dgm:pt>
    <dgm:pt modelId="{B3FCDF54-980C-4CC6-A38C-F73E4CC0288D}" type="parTrans" cxnId="{41DC9D18-1019-4CED-9F2D-ACBC80B997FA}">
      <dgm:prSet/>
      <dgm:spPr/>
      <dgm:t>
        <a:bodyPr/>
        <a:lstStyle/>
        <a:p>
          <a:endParaRPr lang="en-US"/>
        </a:p>
      </dgm:t>
    </dgm:pt>
    <dgm:pt modelId="{DD3BB38A-C882-4691-B6E0-14D22F33F6F0}" type="sibTrans" cxnId="{41DC9D18-1019-4CED-9F2D-ACBC80B997FA}">
      <dgm:prSet/>
      <dgm:spPr/>
      <dgm:t>
        <a:bodyPr/>
        <a:lstStyle/>
        <a:p>
          <a:endParaRPr lang="en-US"/>
        </a:p>
      </dgm:t>
    </dgm:pt>
    <dgm:pt modelId="{220A0863-8623-46E1-B979-E3CD15763E84}">
      <dgm:prSet/>
      <dgm:spPr/>
      <dgm:t>
        <a:bodyPr/>
        <a:lstStyle/>
        <a:p>
          <a:r>
            <a:rPr lang="en-US"/>
            <a:t>Structured Pruning</a:t>
          </a:r>
        </a:p>
      </dgm:t>
    </dgm:pt>
    <dgm:pt modelId="{8F804442-BC88-437C-AF72-7FFA5391E2EC}" type="parTrans" cxnId="{7E957ACF-D674-4567-8980-31CDE18F4BD9}">
      <dgm:prSet/>
      <dgm:spPr/>
      <dgm:t>
        <a:bodyPr/>
        <a:lstStyle/>
        <a:p>
          <a:endParaRPr lang="en-US"/>
        </a:p>
      </dgm:t>
    </dgm:pt>
    <dgm:pt modelId="{D344A5FE-B9E9-47E9-A9F7-2BA9AC53333E}" type="sibTrans" cxnId="{7E957ACF-D674-4567-8980-31CDE18F4BD9}">
      <dgm:prSet/>
      <dgm:spPr/>
      <dgm:t>
        <a:bodyPr/>
        <a:lstStyle/>
        <a:p>
          <a:endParaRPr lang="en-US"/>
        </a:p>
      </dgm:t>
    </dgm:pt>
    <dgm:pt modelId="{1A49EF38-AA1D-4A53-8CE9-D8A3B2200DFA}">
      <dgm:prSet/>
      <dgm:spPr/>
      <dgm:t>
        <a:bodyPr/>
        <a:lstStyle/>
        <a:p>
          <a:r>
            <a:rPr lang="en-US"/>
            <a:t>Research methods targeting entire neurons, layers, or groups of layers for efficient network architecture refinement.</a:t>
          </a:r>
        </a:p>
      </dgm:t>
    </dgm:pt>
    <dgm:pt modelId="{8702D2BB-CC5F-435A-989F-571523D53517}" type="parTrans" cxnId="{921AE8CD-493F-4096-9F12-588B9FA6EE4F}">
      <dgm:prSet/>
      <dgm:spPr/>
      <dgm:t>
        <a:bodyPr/>
        <a:lstStyle/>
        <a:p>
          <a:endParaRPr lang="en-US"/>
        </a:p>
      </dgm:t>
    </dgm:pt>
    <dgm:pt modelId="{2DBF9144-C787-4637-AD64-FCE4E8B0AA83}" type="sibTrans" cxnId="{921AE8CD-493F-4096-9F12-588B9FA6EE4F}">
      <dgm:prSet/>
      <dgm:spPr/>
      <dgm:t>
        <a:bodyPr/>
        <a:lstStyle/>
        <a:p>
          <a:endParaRPr lang="en-US"/>
        </a:p>
      </dgm:t>
    </dgm:pt>
    <dgm:pt modelId="{7302261F-6EF9-45B8-B3AF-11D733DA73D1}">
      <dgm:prSet/>
      <dgm:spPr/>
      <dgm:t>
        <a:bodyPr/>
        <a:lstStyle/>
        <a:p>
          <a:r>
            <a:rPr lang="en-US"/>
            <a:t>Sparse Representation Learning</a:t>
          </a:r>
        </a:p>
      </dgm:t>
    </dgm:pt>
    <dgm:pt modelId="{985C07C1-7EB9-4D83-B80D-A211C4512ECD}" type="parTrans" cxnId="{867CB796-113B-4CB0-9821-67CB3DC9F554}">
      <dgm:prSet/>
      <dgm:spPr/>
      <dgm:t>
        <a:bodyPr/>
        <a:lstStyle/>
        <a:p>
          <a:endParaRPr lang="en-US"/>
        </a:p>
      </dgm:t>
    </dgm:pt>
    <dgm:pt modelId="{ADD4AA8F-50CA-4475-90EB-AE89728E460B}" type="sibTrans" cxnId="{867CB796-113B-4CB0-9821-67CB3DC9F554}">
      <dgm:prSet/>
      <dgm:spPr/>
      <dgm:t>
        <a:bodyPr/>
        <a:lstStyle/>
        <a:p>
          <a:endParaRPr lang="en-US"/>
        </a:p>
      </dgm:t>
    </dgm:pt>
    <dgm:pt modelId="{6591110F-F65D-4CD8-8F43-0BB7AC32622D}">
      <dgm:prSet/>
      <dgm:spPr/>
      <dgm:t>
        <a:bodyPr/>
        <a:lstStyle/>
        <a:p>
          <a:r>
            <a:rPr lang="en-US"/>
            <a:t>Explore methods leveraging pruning-induced sparsity for learning more interpretable and efficient representations of data</a:t>
          </a:r>
        </a:p>
      </dgm:t>
    </dgm:pt>
    <dgm:pt modelId="{51D86B80-07CB-4175-8DEA-34552830461B}" type="parTrans" cxnId="{E05D305E-48A8-4719-A742-722C67F6E507}">
      <dgm:prSet/>
      <dgm:spPr/>
      <dgm:t>
        <a:bodyPr/>
        <a:lstStyle/>
        <a:p>
          <a:endParaRPr lang="en-US"/>
        </a:p>
      </dgm:t>
    </dgm:pt>
    <dgm:pt modelId="{0F9C37E5-B4DE-4E93-A5C8-B0D37B532D5A}" type="sibTrans" cxnId="{E05D305E-48A8-4719-A742-722C67F6E507}">
      <dgm:prSet/>
      <dgm:spPr/>
      <dgm:t>
        <a:bodyPr/>
        <a:lstStyle/>
        <a:p>
          <a:endParaRPr lang="en-US"/>
        </a:p>
      </dgm:t>
    </dgm:pt>
    <dgm:pt modelId="{9311B892-0829-4817-997B-E01384C763FD}" type="pres">
      <dgm:prSet presAssocID="{587D9B66-C4CC-4695-9E0B-3559015F3068}" presName="root" presStyleCnt="0">
        <dgm:presLayoutVars>
          <dgm:dir/>
          <dgm:resizeHandles val="exact"/>
        </dgm:presLayoutVars>
      </dgm:prSet>
      <dgm:spPr/>
    </dgm:pt>
    <dgm:pt modelId="{F589FDDF-2AC2-4830-AD2F-C9439D088725}" type="pres">
      <dgm:prSet presAssocID="{89E94793-7179-4FCA-9D33-C45E8C774782}" presName="compNode" presStyleCnt="0"/>
      <dgm:spPr/>
    </dgm:pt>
    <dgm:pt modelId="{912CFFC4-CAA3-4F19-9C1E-0D75F08D5F5E}" type="pres">
      <dgm:prSet presAssocID="{89E94793-7179-4FCA-9D33-C45E8C774782}" presName="bgRect" presStyleLbl="bgShp" presStyleIdx="0" presStyleCnt="3"/>
      <dgm:spPr/>
    </dgm:pt>
    <dgm:pt modelId="{9F333D56-CD73-40AB-81BA-20F6795CE40F}" type="pres">
      <dgm:prSet presAssocID="{89E94793-7179-4FCA-9D33-C45E8C7747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1DEE044-C8BF-4097-95B8-CA8AE924EE8F}" type="pres">
      <dgm:prSet presAssocID="{89E94793-7179-4FCA-9D33-C45E8C774782}" presName="spaceRect" presStyleCnt="0"/>
      <dgm:spPr/>
    </dgm:pt>
    <dgm:pt modelId="{B95FD81A-9ABC-4AFA-AB51-6A5C157974C3}" type="pres">
      <dgm:prSet presAssocID="{89E94793-7179-4FCA-9D33-C45E8C774782}" presName="parTx" presStyleLbl="revTx" presStyleIdx="0" presStyleCnt="6">
        <dgm:presLayoutVars>
          <dgm:chMax val="0"/>
          <dgm:chPref val="0"/>
        </dgm:presLayoutVars>
      </dgm:prSet>
      <dgm:spPr/>
    </dgm:pt>
    <dgm:pt modelId="{C2FE5238-57EA-4AA8-9B6C-722B8AF3AFE6}" type="pres">
      <dgm:prSet presAssocID="{89E94793-7179-4FCA-9D33-C45E8C774782}" presName="desTx" presStyleLbl="revTx" presStyleIdx="1" presStyleCnt="6">
        <dgm:presLayoutVars/>
      </dgm:prSet>
      <dgm:spPr/>
    </dgm:pt>
    <dgm:pt modelId="{021C7742-67EE-4441-9915-9FE5653157A7}" type="pres">
      <dgm:prSet presAssocID="{8874BAF9-8B15-4E83-9E0B-8F5DBEAA926A}" presName="sibTrans" presStyleCnt="0"/>
      <dgm:spPr/>
    </dgm:pt>
    <dgm:pt modelId="{56B299EC-2E99-4676-BA54-5EB6D4618F91}" type="pres">
      <dgm:prSet presAssocID="{220A0863-8623-46E1-B979-E3CD15763E84}" presName="compNode" presStyleCnt="0"/>
      <dgm:spPr/>
    </dgm:pt>
    <dgm:pt modelId="{036A46CB-46E0-4E69-A474-283F6F5C878C}" type="pres">
      <dgm:prSet presAssocID="{220A0863-8623-46E1-B979-E3CD15763E84}" presName="bgRect" presStyleLbl="bgShp" presStyleIdx="1" presStyleCnt="3"/>
      <dgm:spPr/>
    </dgm:pt>
    <dgm:pt modelId="{689901E0-DD9A-4740-BB76-AB199E8241C0}" type="pres">
      <dgm:prSet presAssocID="{220A0863-8623-46E1-B979-E3CD15763E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65ACD41-033C-4EE6-9702-8E5CB07E99F7}" type="pres">
      <dgm:prSet presAssocID="{220A0863-8623-46E1-B979-E3CD15763E84}" presName="spaceRect" presStyleCnt="0"/>
      <dgm:spPr/>
    </dgm:pt>
    <dgm:pt modelId="{EE8FF1E1-4922-41D3-9B3A-B13D5D769E67}" type="pres">
      <dgm:prSet presAssocID="{220A0863-8623-46E1-B979-E3CD15763E84}" presName="parTx" presStyleLbl="revTx" presStyleIdx="2" presStyleCnt="6">
        <dgm:presLayoutVars>
          <dgm:chMax val="0"/>
          <dgm:chPref val="0"/>
        </dgm:presLayoutVars>
      </dgm:prSet>
      <dgm:spPr/>
    </dgm:pt>
    <dgm:pt modelId="{992D9903-3C5F-46D8-A9BF-1E53D8199F90}" type="pres">
      <dgm:prSet presAssocID="{220A0863-8623-46E1-B979-E3CD15763E84}" presName="desTx" presStyleLbl="revTx" presStyleIdx="3" presStyleCnt="6">
        <dgm:presLayoutVars/>
      </dgm:prSet>
      <dgm:spPr/>
    </dgm:pt>
    <dgm:pt modelId="{F6A2203D-9B5A-4CC9-A4EF-51E8C95884B8}" type="pres">
      <dgm:prSet presAssocID="{D344A5FE-B9E9-47E9-A9F7-2BA9AC53333E}" presName="sibTrans" presStyleCnt="0"/>
      <dgm:spPr/>
    </dgm:pt>
    <dgm:pt modelId="{4F2B14EF-F159-4CB7-B10F-00D1DCD808FB}" type="pres">
      <dgm:prSet presAssocID="{7302261F-6EF9-45B8-B3AF-11D733DA73D1}" presName="compNode" presStyleCnt="0"/>
      <dgm:spPr/>
    </dgm:pt>
    <dgm:pt modelId="{90A84344-74E5-4307-B981-A1274A28CC8C}" type="pres">
      <dgm:prSet presAssocID="{7302261F-6EF9-45B8-B3AF-11D733DA73D1}" presName="bgRect" presStyleLbl="bgShp" presStyleIdx="2" presStyleCnt="3"/>
      <dgm:spPr/>
    </dgm:pt>
    <dgm:pt modelId="{7FBC4A8F-C49F-48EB-979A-791923DE9CF7}" type="pres">
      <dgm:prSet presAssocID="{7302261F-6EF9-45B8-B3AF-11D733DA73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8A41166-009E-485B-8764-16510E755D49}" type="pres">
      <dgm:prSet presAssocID="{7302261F-6EF9-45B8-B3AF-11D733DA73D1}" presName="spaceRect" presStyleCnt="0"/>
      <dgm:spPr/>
    </dgm:pt>
    <dgm:pt modelId="{04A1ADD8-F0E3-4636-BCCA-FCBFF589FD12}" type="pres">
      <dgm:prSet presAssocID="{7302261F-6EF9-45B8-B3AF-11D733DA73D1}" presName="parTx" presStyleLbl="revTx" presStyleIdx="4" presStyleCnt="6">
        <dgm:presLayoutVars>
          <dgm:chMax val="0"/>
          <dgm:chPref val="0"/>
        </dgm:presLayoutVars>
      </dgm:prSet>
      <dgm:spPr/>
    </dgm:pt>
    <dgm:pt modelId="{FFAA09F2-8E65-4CF8-A8F1-44F9DBE757A6}" type="pres">
      <dgm:prSet presAssocID="{7302261F-6EF9-45B8-B3AF-11D733DA73D1}" presName="desTx" presStyleLbl="revTx" presStyleIdx="5" presStyleCnt="6">
        <dgm:presLayoutVars/>
      </dgm:prSet>
      <dgm:spPr/>
    </dgm:pt>
  </dgm:ptLst>
  <dgm:cxnLst>
    <dgm:cxn modelId="{41DC9D18-1019-4CED-9F2D-ACBC80B997FA}" srcId="{89E94793-7179-4FCA-9D33-C45E8C774782}" destId="{47EEA602-D113-4069-B74B-A82E46C1487F}" srcOrd="0" destOrd="0" parTransId="{B3FCDF54-980C-4CC6-A38C-F73E4CC0288D}" sibTransId="{DD3BB38A-C882-4691-B6E0-14D22F33F6F0}"/>
    <dgm:cxn modelId="{3EED611E-E68B-491A-9396-48BB8A42B949}" type="presOf" srcId="{89E94793-7179-4FCA-9D33-C45E8C774782}" destId="{B95FD81A-9ABC-4AFA-AB51-6A5C157974C3}" srcOrd="0" destOrd="0" presId="urn:microsoft.com/office/officeart/2018/2/layout/IconVerticalSolidList"/>
    <dgm:cxn modelId="{5022871E-647B-4490-AD56-8D8076F2C625}" type="presOf" srcId="{587D9B66-C4CC-4695-9E0B-3559015F3068}" destId="{9311B892-0829-4817-997B-E01384C763FD}" srcOrd="0" destOrd="0" presId="urn:microsoft.com/office/officeart/2018/2/layout/IconVerticalSolidList"/>
    <dgm:cxn modelId="{0A618A1F-4ADB-47C2-B0EE-CEF7FE37E0BE}" type="presOf" srcId="{7302261F-6EF9-45B8-B3AF-11D733DA73D1}" destId="{04A1ADD8-F0E3-4636-BCCA-FCBFF589FD12}" srcOrd="0" destOrd="0" presId="urn:microsoft.com/office/officeart/2018/2/layout/IconVerticalSolidList"/>
    <dgm:cxn modelId="{E05D305E-48A8-4719-A742-722C67F6E507}" srcId="{7302261F-6EF9-45B8-B3AF-11D733DA73D1}" destId="{6591110F-F65D-4CD8-8F43-0BB7AC32622D}" srcOrd="0" destOrd="0" parTransId="{51D86B80-07CB-4175-8DEA-34552830461B}" sibTransId="{0F9C37E5-B4DE-4E93-A5C8-B0D37B532D5A}"/>
    <dgm:cxn modelId="{AAD63B4B-D0FE-4936-A02A-EBBEBD0F36E3}" type="presOf" srcId="{47EEA602-D113-4069-B74B-A82E46C1487F}" destId="{C2FE5238-57EA-4AA8-9B6C-722B8AF3AFE6}" srcOrd="0" destOrd="0" presId="urn:microsoft.com/office/officeart/2018/2/layout/IconVerticalSolidList"/>
    <dgm:cxn modelId="{34EFBE4C-960A-47C0-A3BD-27568DA18FEA}" srcId="{587D9B66-C4CC-4695-9E0B-3559015F3068}" destId="{89E94793-7179-4FCA-9D33-C45E8C774782}" srcOrd="0" destOrd="0" parTransId="{50611B95-1270-41F9-AB21-E88FA686FD51}" sibTransId="{8874BAF9-8B15-4E83-9E0B-8F5DBEAA926A}"/>
    <dgm:cxn modelId="{867CB796-113B-4CB0-9821-67CB3DC9F554}" srcId="{587D9B66-C4CC-4695-9E0B-3559015F3068}" destId="{7302261F-6EF9-45B8-B3AF-11D733DA73D1}" srcOrd="2" destOrd="0" parTransId="{985C07C1-7EB9-4D83-B80D-A211C4512ECD}" sibTransId="{ADD4AA8F-50CA-4475-90EB-AE89728E460B}"/>
    <dgm:cxn modelId="{154D3797-81B4-403C-8161-3EB177E58440}" type="presOf" srcId="{6591110F-F65D-4CD8-8F43-0BB7AC32622D}" destId="{FFAA09F2-8E65-4CF8-A8F1-44F9DBE757A6}" srcOrd="0" destOrd="0" presId="urn:microsoft.com/office/officeart/2018/2/layout/IconVerticalSolidList"/>
    <dgm:cxn modelId="{FDBE729A-6705-4F24-B625-96D8BE5AF140}" type="presOf" srcId="{220A0863-8623-46E1-B979-E3CD15763E84}" destId="{EE8FF1E1-4922-41D3-9B3A-B13D5D769E67}" srcOrd="0" destOrd="0" presId="urn:microsoft.com/office/officeart/2018/2/layout/IconVerticalSolidList"/>
    <dgm:cxn modelId="{084929AE-311C-4C1A-9C9A-CA00452DA693}" type="presOf" srcId="{1A49EF38-AA1D-4A53-8CE9-D8A3B2200DFA}" destId="{992D9903-3C5F-46D8-A9BF-1E53D8199F90}" srcOrd="0" destOrd="0" presId="urn:microsoft.com/office/officeart/2018/2/layout/IconVerticalSolidList"/>
    <dgm:cxn modelId="{921AE8CD-493F-4096-9F12-588B9FA6EE4F}" srcId="{220A0863-8623-46E1-B979-E3CD15763E84}" destId="{1A49EF38-AA1D-4A53-8CE9-D8A3B2200DFA}" srcOrd="0" destOrd="0" parTransId="{8702D2BB-CC5F-435A-989F-571523D53517}" sibTransId="{2DBF9144-C787-4637-AD64-FCE4E8B0AA83}"/>
    <dgm:cxn modelId="{7E957ACF-D674-4567-8980-31CDE18F4BD9}" srcId="{587D9B66-C4CC-4695-9E0B-3559015F3068}" destId="{220A0863-8623-46E1-B979-E3CD15763E84}" srcOrd="1" destOrd="0" parTransId="{8F804442-BC88-437C-AF72-7FFA5391E2EC}" sibTransId="{D344A5FE-B9E9-47E9-A9F7-2BA9AC53333E}"/>
    <dgm:cxn modelId="{10CBDC79-E811-4C85-A31D-C9D14115B9ED}" type="presParOf" srcId="{9311B892-0829-4817-997B-E01384C763FD}" destId="{F589FDDF-2AC2-4830-AD2F-C9439D088725}" srcOrd="0" destOrd="0" presId="urn:microsoft.com/office/officeart/2018/2/layout/IconVerticalSolidList"/>
    <dgm:cxn modelId="{92D3B3FD-AC8F-4879-AE3D-86D07D1AA192}" type="presParOf" srcId="{F589FDDF-2AC2-4830-AD2F-C9439D088725}" destId="{912CFFC4-CAA3-4F19-9C1E-0D75F08D5F5E}" srcOrd="0" destOrd="0" presId="urn:microsoft.com/office/officeart/2018/2/layout/IconVerticalSolidList"/>
    <dgm:cxn modelId="{BBF42D78-5C15-4143-8E6A-6FD41E7613E7}" type="presParOf" srcId="{F589FDDF-2AC2-4830-AD2F-C9439D088725}" destId="{9F333D56-CD73-40AB-81BA-20F6795CE40F}" srcOrd="1" destOrd="0" presId="urn:microsoft.com/office/officeart/2018/2/layout/IconVerticalSolidList"/>
    <dgm:cxn modelId="{E299C7F0-A4F7-4647-AE29-3FBAA58C303A}" type="presParOf" srcId="{F589FDDF-2AC2-4830-AD2F-C9439D088725}" destId="{F1DEE044-C8BF-4097-95B8-CA8AE924EE8F}" srcOrd="2" destOrd="0" presId="urn:microsoft.com/office/officeart/2018/2/layout/IconVerticalSolidList"/>
    <dgm:cxn modelId="{1F773358-346B-4C5C-BCA3-898361E30BF8}" type="presParOf" srcId="{F589FDDF-2AC2-4830-AD2F-C9439D088725}" destId="{B95FD81A-9ABC-4AFA-AB51-6A5C157974C3}" srcOrd="3" destOrd="0" presId="urn:microsoft.com/office/officeart/2018/2/layout/IconVerticalSolidList"/>
    <dgm:cxn modelId="{ABA5F45D-F46F-42A8-8B16-76AB66403D16}" type="presParOf" srcId="{F589FDDF-2AC2-4830-AD2F-C9439D088725}" destId="{C2FE5238-57EA-4AA8-9B6C-722B8AF3AFE6}" srcOrd="4" destOrd="0" presId="urn:microsoft.com/office/officeart/2018/2/layout/IconVerticalSolidList"/>
    <dgm:cxn modelId="{18FAA9D8-E56F-464D-B4DB-3FC941296358}" type="presParOf" srcId="{9311B892-0829-4817-997B-E01384C763FD}" destId="{021C7742-67EE-4441-9915-9FE5653157A7}" srcOrd="1" destOrd="0" presId="urn:microsoft.com/office/officeart/2018/2/layout/IconVerticalSolidList"/>
    <dgm:cxn modelId="{C14D18B0-11C5-4438-9116-0C92BE626231}" type="presParOf" srcId="{9311B892-0829-4817-997B-E01384C763FD}" destId="{56B299EC-2E99-4676-BA54-5EB6D4618F91}" srcOrd="2" destOrd="0" presId="urn:microsoft.com/office/officeart/2018/2/layout/IconVerticalSolidList"/>
    <dgm:cxn modelId="{A356EC80-74AF-499E-BE5F-341FAC115C19}" type="presParOf" srcId="{56B299EC-2E99-4676-BA54-5EB6D4618F91}" destId="{036A46CB-46E0-4E69-A474-283F6F5C878C}" srcOrd="0" destOrd="0" presId="urn:microsoft.com/office/officeart/2018/2/layout/IconVerticalSolidList"/>
    <dgm:cxn modelId="{5F38564A-7457-4D97-AAAE-51B0FA7E251A}" type="presParOf" srcId="{56B299EC-2E99-4676-BA54-5EB6D4618F91}" destId="{689901E0-DD9A-4740-BB76-AB199E8241C0}" srcOrd="1" destOrd="0" presId="urn:microsoft.com/office/officeart/2018/2/layout/IconVerticalSolidList"/>
    <dgm:cxn modelId="{1A11F1A3-E57C-4636-8017-2D1415A34956}" type="presParOf" srcId="{56B299EC-2E99-4676-BA54-5EB6D4618F91}" destId="{C65ACD41-033C-4EE6-9702-8E5CB07E99F7}" srcOrd="2" destOrd="0" presId="urn:microsoft.com/office/officeart/2018/2/layout/IconVerticalSolidList"/>
    <dgm:cxn modelId="{7F999E5E-72A8-4742-8488-4EF775A74265}" type="presParOf" srcId="{56B299EC-2E99-4676-BA54-5EB6D4618F91}" destId="{EE8FF1E1-4922-41D3-9B3A-B13D5D769E67}" srcOrd="3" destOrd="0" presId="urn:microsoft.com/office/officeart/2018/2/layout/IconVerticalSolidList"/>
    <dgm:cxn modelId="{8E5952C4-1846-42C7-8407-6941DEC28946}" type="presParOf" srcId="{56B299EC-2E99-4676-BA54-5EB6D4618F91}" destId="{992D9903-3C5F-46D8-A9BF-1E53D8199F90}" srcOrd="4" destOrd="0" presId="urn:microsoft.com/office/officeart/2018/2/layout/IconVerticalSolidList"/>
    <dgm:cxn modelId="{4D9088B7-7F94-4362-A80E-6FD1C26ADEF4}" type="presParOf" srcId="{9311B892-0829-4817-997B-E01384C763FD}" destId="{F6A2203D-9B5A-4CC9-A4EF-51E8C95884B8}" srcOrd="3" destOrd="0" presId="urn:microsoft.com/office/officeart/2018/2/layout/IconVerticalSolidList"/>
    <dgm:cxn modelId="{22462567-6497-46D1-AB27-4302306219AE}" type="presParOf" srcId="{9311B892-0829-4817-997B-E01384C763FD}" destId="{4F2B14EF-F159-4CB7-B10F-00D1DCD808FB}" srcOrd="4" destOrd="0" presId="urn:microsoft.com/office/officeart/2018/2/layout/IconVerticalSolidList"/>
    <dgm:cxn modelId="{01E9F281-CDF5-4D40-95FC-925D1C1A7567}" type="presParOf" srcId="{4F2B14EF-F159-4CB7-B10F-00D1DCD808FB}" destId="{90A84344-74E5-4307-B981-A1274A28CC8C}" srcOrd="0" destOrd="0" presId="urn:microsoft.com/office/officeart/2018/2/layout/IconVerticalSolidList"/>
    <dgm:cxn modelId="{7FCDE96B-B802-4343-9F78-06B9E2C9D9F6}" type="presParOf" srcId="{4F2B14EF-F159-4CB7-B10F-00D1DCD808FB}" destId="{7FBC4A8F-C49F-48EB-979A-791923DE9CF7}" srcOrd="1" destOrd="0" presId="urn:microsoft.com/office/officeart/2018/2/layout/IconVerticalSolidList"/>
    <dgm:cxn modelId="{7452FDA6-D568-4D64-BB5B-BC7C4E0796FA}" type="presParOf" srcId="{4F2B14EF-F159-4CB7-B10F-00D1DCD808FB}" destId="{28A41166-009E-485B-8764-16510E755D49}" srcOrd="2" destOrd="0" presId="urn:microsoft.com/office/officeart/2018/2/layout/IconVerticalSolidList"/>
    <dgm:cxn modelId="{222D7470-FDEB-4645-A647-58F74256F51F}" type="presParOf" srcId="{4F2B14EF-F159-4CB7-B10F-00D1DCD808FB}" destId="{04A1ADD8-F0E3-4636-BCCA-FCBFF589FD12}" srcOrd="3" destOrd="0" presId="urn:microsoft.com/office/officeart/2018/2/layout/IconVerticalSolidList"/>
    <dgm:cxn modelId="{A0B441C6-4C94-4507-B588-0D69466E0AC0}" type="presParOf" srcId="{4F2B14EF-F159-4CB7-B10F-00D1DCD808FB}" destId="{FFAA09F2-8E65-4CF8-A8F1-44F9DBE757A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39DAE-A423-484F-BB19-263AB5E83002}">
      <dsp:nvSpPr>
        <dsp:cNvPr id="0" name=""/>
        <dsp:cNvSpPr/>
      </dsp:nvSpPr>
      <dsp:spPr>
        <a:xfrm>
          <a:off x="0" y="3571"/>
          <a:ext cx="9982200" cy="76080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08C23-EC8A-48E1-8058-B69BE2E535AD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EA069-41F8-40FE-ABCE-851C757A0A36}">
      <dsp:nvSpPr>
        <dsp:cNvPr id="0" name=""/>
        <dsp:cNvSpPr/>
      </dsp:nvSpPr>
      <dsp:spPr>
        <a:xfrm>
          <a:off x="878734" y="3571"/>
          <a:ext cx="910346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Removing connections (weights) with low magnitudes. </a:t>
          </a:r>
        </a:p>
      </dsp:txBody>
      <dsp:txXfrm>
        <a:off x="878734" y="3571"/>
        <a:ext cx="9103465" cy="760809"/>
      </dsp:txXfrm>
    </dsp:sp>
    <dsp:sp modelId="{248EE8FB-5BC0-4D1A-A7AA-0A63F16A8C64}">
      <dsp:nvSpPr>
        <dsp:cNvPr id="0" name=""/>
        <dsp:cNvSpPr/>
      </dsp:nvSpPr>
      <dsp:spPr>
        <a:xfrm>
          <a:off x="0" y="954583"/>
          <a:ext cx="9982200" cy="76080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604FDA-69AB-4368-813C-1F50E694BAA8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B4714-7B6F-4121-9198-E13428264AFB}">
      <dsp:nvSpPr>
        <dsp:cNvPr id="0" name=""/>
        <dsp:cNvSpPr/>
      </dsp:nvSpPr>
      <dsp:spPr>
        <a:xfrm>
          <a:off x="878734" y="954583"/>
          <a:ext cx="449199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Initial Training</a:t>
          </a:r>
        </a:p>
      </dsp:txBody>
      <dsp:txXfrm>
        <a:off x="878734" y="954583"/>
        <a:ext cx="4491990" cy="760809"/>
      </dsp:txXfrm>
    </dsp:sp>
    <dsp:sp modelId="{36753C10-A89E-4BC1-AA46-0569B28C46D2}">
      <dsp:nvSpPr>
        <dsp:cNvPr id="0" name=""/>
        <dsp:cNvSpPr/>
      </dsp:nvSpPr>
      <dsp:spPr>
        <a:xfrm>
          <a:off x="5370724" y="954583"/>
          <a:ext cx="461147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Applied after training with gradient descent</a:t>
          </a:r>
        </a:p>
      </dsp:txBody>
      <dsp:txXfrm>
        <a:off x="5370724" y="954583"/>
        <a:ext cx="4611475" cy="760809"/>
      </dsp:txXfrm>
    </dsp:sp>
    <dsp:sp modelId="{E90AE89C-DAA5-483E-A9E5-898257071EC8}">
      <dsp:nvSpPr>
        <dsp:cNvPr id="0" name=""/>
        <dsp:cNvSpPr/>
      </dsp:nvSpPr>
      <dsp:spPr>
        <a:xfrm>
          <a:off x="0" y="1905595"/>
          <a:ext cx="9982200" cy="76080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E63A5-97A0-4D3F-9D84-3EF2E5286128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695B9-EA31-4A77-8226-810315A3D193}">
      <dsp:nvSpPr>
        <dsp:cNvPr id="0" name=""/>
        <dsp:cNvSpPr/>
      </dsp:nvSpPr>
      <dsp:spPr>
        <a:xfrm>
          <a:off x="878734" y="1905595"/>
          <a:ext cx="449199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Ranking Weights</a:t>
          </a:r>
        </a:p>
      </dsp:txBody>
      <dsp:txXfrm>
        <a:off x="878734" y="1905595"/>
        <a:ext cx="4491990" cy="760809"/>
      </dsp:txXfrm>
    </dsp:sp>
    <dsp:sp modelId="{E753E516-EF2A-44AA-A697-D664659AA346}">
      <dsp:nvSpPr>
        <dsp:cNvPr id="0" name=""/>
        <dsp:cNvSpPr/>
      </dsp:nvSpPr>
      <dsp:spPr>
        <a:xfrm>
          <a:off x="5370724" y="1905595"/>
          <a:ext cx="461147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Magnitudes of all weights </a:t>
          </a:r>
        </a:p>
      </dsp:txBody>
      <dsp:txXfrm>
        <a:off x="5370724" y="1905595"/>
        <a:ext cx="4611475" cy="760809"/>
      </dsp:txXfrm>
    </dsp:sp>
    <dsp:sp modelId="{193FC404-5589-4BC8-B21C-4C6CBF13AA57}">
      <dsp:nvSpPr>
        <dsp:cNvPr id="0" name=""/>
        <dsp:cNvSpPr/>
      </dsp:nvSpPr>
      <dsp:spPr>
        <a:xfrm>
          <a:off x="0" y="2856607"/>
          <a:ext cx="9982200" cy="76080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A2D61-4EFB-4430-9B46-57E4F4255AC0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64E91-D25D-4177-966F-589F40051FD7}">
      <dsp:nvSpPr>
        <dsp:cNvPr id="0" name=""/>
        <dsp:cNvSpPr/>
      </dsp:nvSpPr>
      <dsp:spPr>
        <a:xfrm>
          <a:off x="878734" y="2856607"/>
          <a:ext cx="449199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Threshold and Pruning</a:t>
          </a:r>
        </a:p>
      </dsp:txBody>
      <dsp:txXfrm>
        <a:off x="878734" y="2856607"/>
        <a:ext cx="4491990" cy="760809"/>
      </dsp:txXfrm>
    </dsp:sp>
    <dsp:sp modelId="{0C95DA8C-B50D-4631-B978-A4BBF40F3313}">
      <dsp:nvSpPr>
        <dsp:cNvPr id="0" name=""/>
        <dsp:cNvSpPr/>
      </dsp:nvSpPr>
      <dsp:spPr>
        <a:xfrm>
          <a:off x="5370724" y="2856607"/>
          <a:ext cx="461147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Fixed % of largest weight</a:t>
          </a:r>
        </a:p>
      </dsp:txBody>
      <dsp:txXfrm>
        <a:off x="5370724" y="2856607"/>
        <a:ext cx="4611475" cy="760809"/>
      </dsp:txXfrm>
    </dsp:sp>
    <dsp:sp modelId="{5DC3C2F6-EB62-4FC1-AAC8-386F12140516}">
      <dsp:nvSpPr>
        <dsp:cNvPr id="0" name=""/>
        <dsp:cNvSpPr/>
      </dsp:nvSpPr>
      <dsp:spPr>
        <a:xfrm>
          <a:off x="0" y="3807618"/>
          <a:ext cx="9982200" cy="76080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220E6-421E-46EB-9AF4-4115F6FF0EA0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3E2CF-A363-43EA-AC91-5376973C45AC}">
      <dsp:nvSpPr>
        <dsp:cNvPr id="0" name=""/>
        <dsp:cNvSpPr/>
      </dsp:nvSpPr>
      <dsp:spPr>
        <a:xfrm>
          <a:off x="878734" y="3807618"/>
          <a:ext cx="449199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Validation and Testing</a:t>
          </a:r>
        </a:p>
      </dsp:txBody>
      <dsp:txXfrm>
        <a:off x="878734" y="3807618"/>
        <a:ext cx="4491990" cy="760809"/>
      </dsp:txXfrm>
    </dsp:sp>
    <dsp:sp modelId="{236E1462-BC30-4852-A1E9-08475A267EF3}">
      <dsp:nvSpPr>
        <dsp:cNvPr id="0" name=""/>
        <dsp:cNvSpPr/>
      </dsp:nvSpPr>
      <dsp:spPr>
        <a:xfrm>
          <a:off x="5370724" y="3807618"/>
          <a:ext cx="461147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Validated with test dataset for performance</a:t>
          </a:r>
        </a:p>
      </dsp:txBody>
      <dsp:txXfrm>
        <a:off x="5370724" y="3807618"/>
        <a:ext cx="4611475" cy="760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CFFC4-CAA3-4F19-9C1E-0D75F08D5F5E}">
      <dsp:nvSpPr>
        <dsp:cNvPr id="0" name=""/>
        <dsp:cNvSpPr/>
      </dsp:nvSpPr>
      <dsp:spPr>
        <a:xfrm>
          <a:off x="0" y="558"/>
          <a:ext cx="9982200" cy="13059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33D56-CD73-40AB-81BA-20F6795CE40F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FD81A-9ABC-4AFA-AB51-6A5C157974C3}">
      <dsp:nvSpPr>
        <dsp:cNvPr id="0" name=""/>
        <dsp:cNvSpPr/>
      </dsp:nvSpPr>
      <dsp:spPr>
        <a:xfrm>
          <a:off x="1508391" y="558"/>
          <a:ext cx="4491990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Dynamic Pruning Techniques</a:t>
          </a:r>
        </a:p>
      </dsp:txBody>
      <dsp:txXfrm>
        <a:off x="1508391" y="558"/>
        <a:ext cx="4491990" cy="1305966"/>
      </dsp:txXfrm>
    </dsp:sp>
    <dsp:sp modelId="{C2FE5238-57EA-4AA8-9B6C-722B8AF3AFE6}">
      <dsp:nvSpPr>
        <dsp:cNvPr id="0" name=""/>
        <dsp:cNvSpPr/>
      </dsp:nvSpPr>
      <dsp:spPr>
        <a:xfrm>
          <a:off x="6000381" y="558"/>
          <a:ext cx="398181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Explore adaptive pruning methods based on real-time feedback or importance metrics during training or inference.</a:t>
          </a:r>
        </a:p>
      </dsp:txBody>
      <dsp:txXfrm>
        <a:off x="6000381" y="558"/>
        <a:ext cx="3981818" cy="1305966"/>
      </dsp:txXfrm>
    </dsp:sp>
    <dsp:sp modelId="{036A46CB-46E0-4E69-A474-283F6F5C878C}">
      <dsp:nvSpPr>
        <dsp:cNvPr id="0" name=""/>
        <dsp:cNvSpPr/>
      </dsp:nvSpPr>
      <dsp:spPr>
        <a:xfrm>
          <a:off x="0" y="1633016"/>
          <a:ext cx="9982200" cy="13059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901E0-DD9A-4740-BB76-AB199E8241C0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FF1E1-4922-41D3-9B3A-B13D5D769E67}">
      <dsp:nvSpPr>
        <dsp:cNvPr id="0" name=""/>
        <dsp:cNvSpPr/>
      </dsp:nvSpPr>
      <dsp:spPr>
        <a:xfrm>
          <a:off x="1508391" y="1633016"/>
          <a:ext cx="4491990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Structured Pruning</a:t>
          </a:r>
        </a:p>
      </dsp:txBody>
      <dsp:txXfrm>
        <a:off x="1508391" y="1633016"/>
        <a:ext cx="4491990" cy="1305966"/>
      </dsp:txXfrm>
    </dsp:sp>
    <dsp:sp modelId="{992D9903-3C5F-46D8-A9BF-1E53D8199F90}">
      <dsp:nvSpPr>
        <dsp:cNvPr id="0" name=""/>
        <dsp:cNvSpPr/>
      </dsp:nvSpPr>
      <dsp:spPr>
        <a:xfrm>
          <a:off x="6000381" y="1633016"/>
          <a:ext cx="398181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Research methods targeting entire neurons, layers, or groups of layers for efficient network architecture refinement.</a:t>
          </a:r>
        </a:p>
      </dsp:txBody>
      <dsp:txXfrm>
        <a:off x="6000381" y="1633016"/>
        <a:ext cx="3981818" cy="1305966"/>
      </dsp:txXfrm>
    </dsp:sp>
    <dsp:sp modelId="{90A84344-74E5-4307-B981-A1274A28CC8C}">
      <dsp:nvSpPr>
        <dsp:cNvPr id="0" name=""/>
        <dsp:cNvSpPr/>
      </dsp:nvSpPr>
      <dsp:spPr>
        <a:xfrm>
          <a:off x="0" y="3265475"/>
          <a:ext cx="9982200" cy="13059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C4A8F-C49F-48EB-979A-791923DE9CF7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48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1ADD8-F0E3-4636-BCCA-FCBFF589FD12}">
      <dsp:nvSpPr>
        <dsp:cNvPr id="0" name=""/>
        <dsp:cNvSpPr/>
      </dsp:nvSpPr>
      <dsp:spPr>
        <a:xfrm>
          <a:off x="1508391" y="3265475"/>
          <a:ext cx="4491990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Sparse Representation Learning</a:t>
          </a:r>
        </a:p>
      </dsp:txBody>
      <dsp:txXfrm>
        <a:off x="1508391" y="3265475"/>
        <a:ext cx="4491990" cy="1305966"/>
      </dsp:txXfrm>
    </dsp:sp>
    <dsp:sp modelId="{FFAA09F2-8E65-4CF8-A8F1-44F9DBE757A6}">
      <dsp:nvSpPr>
        <dsp:cNvPr id="0" name=""/>
        <dsp:cNvSpPr/>
      </dsp:nvSpPr>
      <dsp:spPr>
        <a:xfrm>
          <a:off x="6000381" y="3265475"/>
          <a:ext cx="398181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Explore methods leveraging pruning-induced sparsity for learning more interpretable and efficient representations of data</a:t>
          </a:r>
        </a:p>
      </dsp:txBody>
      <dsp:txXfrm>
        <a:off x="6000381" y="3265475"/>
        <a:ext cx="3981818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4/24/2024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4/24/2024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4/24/2024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Model Complexity and Neural Network Pruning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 595</a:t>
            </a:r>
            <a:br>
              <a:rPr lang="en-US" dirty="0"/>
            </a:br>
            <a:r>
              <a:rPr lang="en-US" dirty="0"/>
              <a:t>Ravi Mann</a:t>
            </a:r>
          </a:p>
        </p:txBody>
      </p:sp>
      <p:pic>
        <p:nvPicPr>
          <p:cNvPr id="11" name="Picture Placeholder 10" descr="A close up of a network&#10;&#10;Description automatically generated with medium confidence">
            <a:extLst>
              <a:ext uri="{FF2B5EF4-FFF2-40B4-BE49-F238E27FC236}">
                <a16:creationId xmlns:a16="http://schemas.microsoft.com/office/drawing/2014/main" id="{8EDA8378-B44A-40D7-F43F-6F4BA0F2E6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5" r="1518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 Importance of Model Complexity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Capture patterns in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Overfitting</a:t>
            </a:r>
          </a:p>
          <a:p>
            <a:pPr lvl="1"/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Bias-Variance Trade-off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Error &amp; sensitivity</a:t>
            </a:r>
          </a:p>
          <a:p>
            <a:pPr lvl="1"/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Computational Resources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Power &amp; Memory</a:t>
            </a:r>
          </a:p>
        </p:txBody>
      </p:sp>
      <p:pic>
        <p:nvPicPr>
          <p:cNvPr id="3" name="Picture 2" descr="A line graph on a black background&#10;&#10;Description automatically generated">
            <a:extLst>
              <a:ext uri="{FF2B5EF4-FFF2-40B4-BE49-F238E27FC236}">
                <a16:creationId xmlns:a16="http://schemas.microsoft.com/office/drawing/2014/main" id="{BE5B4045-1304-5095-268A-230FD37E8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39123"/>
            <a:ext cx="4914900" cy="3094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535F-2B16-8F5A-8300-7FC87CA6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Introduction to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5F3EA-BB61-F3CF-CA9C-0715A48BA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 neuron receives input signals, processes them using an activation function, and produces an output signal, which may be passed on to neurons in the next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Input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or Attribute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Hidden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Learn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Output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Prediction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Binary classification task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1 neuron for prob. of belonging to one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Image classification, Speech recognition, and Machine translation	 </a:t>
            </a:r>
          </a:p>
        </p:txBody>
      </p:sp>
      <p:pic>
        <p:nvPicPr>
          <p:cNvPr id="5" name="Picture 4" descr="A diagram of a brain&#10;&#10;Description automatically generated">
            <a:extLst>
              <a:ext uri="{FF2B5EF4-FFF2-40B4-BE49-F238E27FC236}">
                <a16:creationId xmlns:a16="http://schemas.microsoft.com/office/drawing/2014/main" id="{A8B4ADF2-3F9C-190E-CEF3-C4977AC0B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33235"/>
            <a:ext cx="5389536" cy="2552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627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9EEA-5B75-F6BF-4E71-A97FC493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Binary Classification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6B5D1-E4CD-81DE-5060-8D4FEEB2A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Outputs categorized as one of two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 used for classifying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Classes are observation categories</a:t>
            </a:r>
          </a:p>
        </p:txBody>
      </p:sp>
      <p:pic>
        <p:nvPicPr>
          <p:cNvPr id="5" name="Picture 4" descr="A diagram of a algorithm&#10;&#10;Description automatically generated">
            <a:extLst>
              <a:ext uri="{FF2B5EF4-FFF2-40B4-BE49-F238E27FC236}">
                <a16:creationId xmlns:a16="http://schemas.microsoft.com/office/drawing/2014/main" id="{3EDFFE4B-C1A8-1864-54CF-FC7FAA2BCB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48" y="2443208"/>
            <a:ext cx="5445252" cy="2885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758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A382-131E-86EF-E41B-C47CB427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AF3A-3386-3CBC-4B0F-0648944F1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pPr lvl="1"/>
            <a:r>
              <a:rPr lang="en-US" dirty="0"/>
              <a:t>Number of layers and neurons</a:t>
            </a:r>
          </a:p>
          <a:p>
            <a:pPr lvl="1"/>
            <a:r>
              <a:rPr lang="en-US" dirty="0"/>
              <a:t>Activations function for each layer</a:t>
            </a:r>
          </a:p>
          <a:p>
            <a:r>
              <a:rPr lang="en-US" dirty="0"/>
              <a:t>Select Activation Function</a:t>
            </a:r>
          </a:p>
          <a:p>
            <a:pPr lvl="1"/>
            <a:r>
              <a:rPr lang="en-US" dirty="0"/>
              <a:t>Rectified linear Unity: f(x) = max(0,x)</a:t>
            </a:r>
          </a:p>
          <a:p>
            <a:pPr lvl="2"/>
            <a:r>
              <a:rPr lang="en-US" dirty="0"/>
              <a:t>Hidden layers</a:t>
            </a:r>
          </a:p>
          <a:p>
            <a:pPr lvl="1"/>
            <a:r>
              <a:rPr lang="en-US" dirty="0"/>
              <a:t>Sigmoid: f(x) = 1/(1+e^-x)</a:t>
            </a:r>
          </a:p>
          <a:p>
            <a:pPr lvl="2"/>
            <a:r>
              <a:rPr lang="en-US" dirty="0"/>
              <a:t>Output layers ( 0 to 1)</a:t>
            </a:r>
          </a:p>
          <a:p>
            <a:pPr lvl="1"/>
            <a:r>
              <a:rPr lang="en-US" dirty="0"/>
              <a:t>Hyperbolic Tangent: f(x) =(e^x – e^-x) / e^x + e^-x)</a:t>
            </a:r>
          </a:p>
          <a:p>
            <a:pPr lvl="2"/>
            <a:r>
              <a:rPr lang="en-US" dirty="0"/>
              <a:t>Hidden layers (-1 to 1)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8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C46A-BA14-0AE8-BB67-22F01F38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 Building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6E956-20B6-20AC-CC4F-CEF16D13D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 Techniques</a:t>
            </a:r>
          </a:p>
          <a:p>
            <a:pPr lvl="1"/>
            <a:r>
              <a:rPr lang="en-US" dirty="0"/>
              <a:t>Update weights during training</a:t>
            </a:r>
          </a:p>
          <a:p>
            <a:pPr lvl="1"/>
            <a:r>
              <a:rPr lang="en-US" dirty="0"/>
              <a:t>Gradient Descent</a:t>
            </a:r>
          </a:p>
          <a:p>
            <a:pPr lvl="2"/>
            <a:r>
              <a:rPr lang="en-US" dirty="0"/>
              <a:t>Steepest decent of loss function</a:t>
            </a:r>
          </a:p>
          <a:p>
            <a:r>
              <a:rPr lang="en-US" dirty="0"/>
              <a:t>Training the Network</a:t>
            </a:r>
          </a:p>
          <a:p>
            <a:pPr lvl="1"/>
            <a:r>
              <a:rPr lang="en-US" dirty="0"/>
              <a:t>Splitting data into test sets</a:t>
            </a:r>
          </a:p>
          <a:p>
            <a:pPr lvl="1"/>
            <a:r>
              <a:rPr lang="en-US" dirty="0"/>
              <a:t>Forward propagate</a:t>
            </a:r>
          </a:p>
          <a:p>
            <a:pPr lvl="1"/>
            <a:r>
              <a:rPr lang="en-US" dirty="0"/>
              <a:t>Calculate error in prediction</a:t>
            </a:r>
          </a:p>
          <a:p>
            <a:pPr lvl="1"/>
            <a:r>
              <a:rPr lang="en-US" dirty="0"/>
              <a:t>Backpropagate the loss by updating the weights</a:t>
            </a:r>
          </a:p>
          <a:p>
            <a:pPr lvl="1"/>
            <a:r>
              <a:rPr lang="en-US" dirty="0"/>
              <a:t>Repeat process for multiple epochs</a:t>
            </a:r>
          </a:p>
          <a:p>
            <a:pPr lvl="1"/>
            <a:r>
              <a:rPr lang="en-US" dirty="0"/>
              <a:t>Evaluate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789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5A5E-B497-A43A-C783-235470C6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20BB6-7B75-9E81-D613-627409CD8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>
            <a:normAutofit/>
          </a:bodyPr>
          <a:lstStyle/>
          <a:p>
            <a:r>
              <a:rPr lang="en-US" dirty="0"/>
              <a:t>Accuracy</a:t>
            </a:r>
          </a:p>
          <a:p>
            <a:pPr lvl="1"/>
            <a:r>
              <a:rPr lang="en-US" sz="2000"/>
              <a:t>Overall correctness of the classifier</a:t>
            </a:r>
          </a:p>
          <a:p>
            <a:r>
              <a:rPr lang="en-US" dirty="0"/>
              <a:t>Precision</a:t>
            </a:r>
          </a:p>
          <a:p>
            <a:pPr lvl="1"/>
            <a:r>
              <a:rPr lang="en-US" sz="2000"/>
              <a:t>Avoiding false positive</a:t>
            </a:r>
          </a:p>
          <a:p>
            <a:r>
              <a:rPr lang="en-US" dirty="0"/>
              <a:t>Recall</a:t>
            </a:r>
          </a:p>
          <a:p>
            <a:pPr lvl="1"/>
            <a:r>
              <a:rPr lang="en-US" sz="2000"/>
              <a:t>Avoiding false negative</a:t>
            </a:r>
          </a:p>
        </p:txBody>
      </p:sp>
      <p:pic>
        <p:nvPicPr>
          <p:cNvPr id="5" name="Picture 4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0FB7E9CC-24DD-96D2-1D77-ABD370612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01191"/>
            <a:ext cx="4914900" cy="37700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827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372F-2139-6162-7CD9-FC88934C1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Understanding Neural Network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8B551-04B7-E8A4-6F1C-7C869D2C4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899" y="1600200"/>
            <a:ext cx="3927225" cy="4572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the complexity of a trained neural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Removing connection or neurons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Efficiency without sacrificing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Prevents overfitting and noise memorization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CFF6E-9E14-AB44-75B9-C89CC4FB0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2125" y="2247254"/>
            <a:ext cx="6053457" cy="34958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571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F78E-1A33-C7DA-B318-45EEF720C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 Magnitude-Based Pruning Method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4584935-285C-C577-9736-58D26659A0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453188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557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8365-CE75-DAD1-65DD-E9F2AFFE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Pruning Thresholds and 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FAF10-0A30-2102-ACD7-AD7337F96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Percentage Threshold</a:t>
            </a:r>
          </a:p>
          <a:p>
            <a:r>
              <a:rPr lang="en-US" dirty="0"/>
              <a:t>Magnitude Threshold</a:t>
            </a:r>
          </a:p>
          <a:p>
            <a:r>
              <a:rPr lang="en-US" dirty="0"/>
              <a:t>Layer-wise Threshold</a:t>
            </a:r>
          </a:p>
          <a:p>
            <a:pPr lvl="1"/>
            <a:r>
              <a:rPr lang="en-US" dirty="0"/>
              <a:t>Thresholds for individual layers</a:t>
            </a:r>
          </a:p>
          <a:p>
            <a:r>
              <a:rPr lang="en-US" dirty="0"/>
              <a:t>Impact</a:t>
            </a:r>
          </a:p>
          <a:p>
            <a:pPr lvl="1"/>
            <a:r>
              <a:rPr lang="en-US" dirty="0"/>
              <a:t>Number of parameters </a:t>
            </a:r>
          </a:p>
          <a:p>
            <a:pPr lvl="1"/>
            <a:r>
              <a:rPr lang="en-US" dirty="0"/>
              <a:t>Classification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32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9A55-8D0A-FA93-C519-B240BDD1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 Results Analysis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C973607-209C-B8AA-66F6-5C530E3EF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 Accuracy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Sparsity vs Lower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Efficient but lower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Sparsity vs Higher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Less efficient but higher accuracy</a:t>
            </a:r>
          </a:p>
        </p:txBody>
      </p:sp>
      <p:pic>
        <p:nvPicPr>
          <p:cNvPr id="5" name="Content Placeholder 4" descr="A graph of a graph&#10;&#10;Description automatically generated">
            <a:extLst>
              <a:ext uri="{FF2B5EF4-FFF2-40B4-BE49-F238E27FC236}">
                <a16:creationId xmlns:a16="http://schemas.microsoft.com/office/drawing/2014/main" id="{D5764696-8EC0-10DD-E415-810793EBE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48" y="2028007"/>
            <a:ext cx="5445252" cy="3716384"/>
          </a:xfrm>
          <a:noFill/>
        </p:spPr>
      </p:pic>
    </p:spTree>
    <p:extLst>
      <p:ext uri="{BB962C8B-B14F-4D97-AF65-F5344CB8AC3E}">
        <p14:creationId xmlns:p14="http://schemas.microsoft.com/office/powerpoint/2010/main" val="333421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4A14-BCEE-F3A5-5421-DF475B0E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742D-F2C4-456F-9359-9FFC4EAC1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Magnitude based pruning</a:t>
            </a:r>
          </a:p>
          <a:p>
            <a:pPr lvl="1"/>
            <a:r>
              <a:rPr lang="en-US" dirty="0"/>
              <a:t>Scalability and effectiveness</a:t>
            </a:r>
          </a:p>
          <a:p>
            <a:r>
              <a:rPr lang="en-US" dirty="0"/>
              <a:t>Evaluation of pruned models</a:t>
            </a:r>
          </a:p>
          <a:p>
            <a:pPr lvl="1"/>
            <a:r>
              <a:rPr lang="en-US" dirty="0"/>
              <a:t>Balance model of sparsity and accuracy</a:t>
            </a:r>
          </a:p>
          <a:p>
            <a:r>
              <a:rPr lang="en-US" dirty="0"/>
              <a:t>Multiple layers</a:t>
            </a:r>
          </a:p>
          <a:p>
            <a:pPr lvl="1"/>
            <a:r>
              <a:rPr lang="en-US" dirty="0"/>
              <a:t>Overfitting and vanishing gradient</a:t>
            </a:r>
          </a:p>
        </p:txBody>
      </p:sp>
    </p:spTree>
    <p:extLst>
      <p:ext uri="{BB962C8B-B14F-4D97-AF65-F5344CB8AC3E}">
        <p14:creationId xmlns:p14="http://schemas.microsoft.com/office/powerpoint/2010/main" val="278552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001E-D992-E334-9867-4E43A019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Future 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45985F-6809-0164-78B8-E7A8455D4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95610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28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56C0-FBC0-B3FC-2B3D-60504517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US" dirty="0"/>
              <a:t>Questions</a:t>
            </a:r>
          </a:p>
        </p:txBody>
      </p:sp>
      <p:pic>
        <p:nvPicPr>
          <p:cNvPr id="7" name="Picture 6" descr="Yellow question mark">
            <a:extLst>
              <a:ext uri="{FF2B5EF4-FFF2-40B4-BE49-F238E27FC236}">
                <a16:creationId xmlns:a16="http://schemas.microsoft.com/office/drawing/2014/main" id="{C214072F-12C1-E3A3-B4DE-0A0515E2A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25" r="2" b="20241"/>
          <a:stretch/>
        </p:blipFill>
        <p:spPr>
          <a:xfrm>
            <a:off x="1104900" y="1600200"/>
            <a:ext cx="9982200" cy="457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8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343</TotalTime>
  <Words>501</Words>
  <Application>Microsoft Office PowerPoint</Application>
  <PresentationFormat>Widescreen</PresentationFormat>
  <Paragraphs>104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Euphemia</vt:lpstr>
      <vt:lpstr>Plantagenet Cherokee</vt:lpstr>
      <vt:lpstr>Wingdings</vt:lpstr>
      <vt:lpstr>Academic Literature 16x9</vt:lpstr>
      <vt:lpstr>Model Complexity and Neural Network Pruning</vt:lpstr>
      <vt:lpstr> Importance of Model Complexity</vt:lpstr>
      <vt:lpstr>Introduction to Neural Networks</vt:lpstr>
      <vt:lpstr>Binary Classification Dataset</vt:lpstr>
      <vt:lpstr>Building Neural Network</vt:lpstr>
      <vt:lpstr>Cont. Building Neural Network</vt:lpstr>
      <vt:lpstr>Testing Performance</vt:lpstr>
      <vt:lpstr>Understanding Neural Network Pruning</vt:lpstr>
      <vt:lpstr> Magnitude-Based Pruning Method</vt:lpstr>
      <vt:lpstr>Pruning Thresholds and Impacts</vt:lpstr>
      <vt:lpstr> Results Analysis</vt:lpstr>
      <vt:lpstr>Conclusion</vt:lpstr>
      <vt:lpstr>Future Directions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Complexity and Neural Network Pruning</dc:title>
  <dc:creator>Mann, Ravi</dc:creator>
  <cp:lastModifiedBy>Mann, Ravi</cp:lastModifiedBy>
  <cp:revision>1</cp:revision>
  <dcterms:created xsi:type="dcterms:W3CDTF">2024-04-24T05:51:51Z</dcterms:created>
  <dcterms:modified xsi:type="dcterms:W3CDTF">2024-04-24T11:35:09Z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